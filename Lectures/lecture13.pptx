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6" r:id="rId1"/>
  </p:sldMasterIdLst>
  <p:notesMasterIdLst>
    <p:notesMasterId r:id="rId21"/>
  </p:notesMasterIdLst>
  <p:handoutMasterIdLst>
    <p:handoutMasterId r:id="rId22"/>
  </p:handoutMasterIdLst>
  <p:sldIdLst>
    <p:sldId id="256" r:id="rId2"/>
    <p:sldId id="281" r:id="rId3"/>
    <p:sldId id="258" r:id="rId4"/>
    <p:sldId id="282" r:id="rId5"/>
    <p:sldId id="284" r:id="rId6"/>
    <p:sldId id="285" r:id="rId7"/>
    <p:sldId id="286" r:id="rId8"/>
    <p:sldId id="287" r:id="rId9"/>
    <p:sldId id="293" r:id="rId10"/>
    <p:sldId id="294" r:id="rId11"/>
    <p:sldId id="295" r:id="rId12"/>
    <p:sldId id="296" r:id="rId13"/>
    <p:sldId id="297" r:id="rId14"/>
    <p:sldId id="299" r:id="rId15"/>
    <p:sldId id="300" r:id="rId16"/>
    <p:sldId id="301" r:id="rId17"/>
    <p:sldId id="302" r:id="rId18"/>
    <p:sldId id="303" r:id="rId19"/>
    <p:sldId id="292" r:id="rId20"/>
  </p:sldIdLst>
  <p:sldSz cx="9144000" cy="6858000" type="screen4x3"/>
  <p:notesSz cx="6858000" cy="9144000"/>
  <p:defaultTextStyle>
    <a:defPPr>
      <a:defRPr lang="ru-RU"/>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CC33"/>
    <a:srgbClr val="3D0EEA"/>
    <a:srgbClr val="9376F0"/>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08" d="100"/>
          <a:sy n="108" d="100"/>
        </p:scale>
        <p:origin x="1704" y="102"/>
      </p:cViewPr>
      <p:guideLst>
        <p:guide orient="horz" pos="2160"/>
        <p:guide pos="2880"/>
      </p:guideLst>
    </p:cSldViewPr>
  </p:slideViewPr>
  <p:notesTextViewPr>
    <p:cViewPr>
      <p:scale>
        <a:sx n="100" d="100"/>
        <a:sy n="100" d="100"/>
      </p:scale>
      <p:origin x="0" y="0"/>
    </p:cViewPr>
  </p:notesTextViewPr>
  <p:notesViewPr>
    <p:cSldViewPr>
      <p:cViewPr varScale="1">
        <p:scale>
          <a:sx n="63" d="100"/>
          <a:sy n="63" d="100"/>
        </p:scale>
        <p:origin x="-1998" y="-10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7522"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Arial" charset="0"/>
              </a:defRPr>
            </a:lvl1pPr>
          </a:lstStyle>
          <a:p>
            <a:pPr>
              <a:defRPr/>
            </a:pPr>
            <a:endParaRPr lang="ru-RU"/>
          </a:p>
        </p:txBody>
      </p:sp>
      <p:sp>
        <p:nvSpPr>
          <p:cNvPr id="107523" name="Rectangle 3"/>
          <p:cNvSpPr>
            <a:spLocks noGrp="1" noChangeArrowheads="1"/>
          </p:cNvSpPr>
          <p:nvPr>
            <p:ph type="dt" sz="quarter"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Arial" charset="0"/>
              </a:defRPr>
            </a:lvl1pPr>
          </a:lstStyle>
          <a:p>
            <a:pPr>
              <a:defRPr/>
            </a:pPr>
            <a:endParaRPr lang="ru-RU"/>
          </a:p>
        </p:txBody>
      </p:sp>
      <p:sp>
        <p:nvSpPr>
          <p:cNvPr id="107524" name="Rectangle 4"/>
          <p:cNvSpPr>
            <a:spLocks noGrp="1" noChangeArrowheads="1"/>
          </p:cNvSpPr>
          <p:nvPr>
            <p:ph type="ftr" sz="quarter" idx="2"/>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Arial" charset="0"/>
              </a:defRPr>
            </a:lvl1pPr>
          </a:lstStyle>
          <a:p>
            <a:pPr>
              <a:defRPr/>
            </a:pPr>
            <a:endParaRPr lang="ru-RU"/>
          </a:p>
        </p:txBody>
      </p:sp>
      <p:sp>
        <p:nvSpPr>
          <p:cNvPr id="107525" name="Rectangle 5"/>
          <p:cNvSpPr>
            <a:spLocks noGrp="1" noChangeArrowheads="1"/>
          </p:cNvSpPr>
          <p:nvPr>
            <p:ph type="sldNum" sz="quarter" idx="3"/>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0B083A21-BE7E-49F2-B4E2-72752B5C1C3D}" type="slidenum">
              <a:rPr lang="ru-RU"/>
              <a:pPr>
                <a:defRPr/>
              </a:pPr>
              <a:t>‹#›</a:t>
            </a:fld>
            <a:endParaRPr lang="ru-RU"/>
          </a:p>
        </p:txBody>
      </p:sp>
    </p:spTree>
    <p:extLst>
      <p:ext uri="{BB962C8B-B14F-4D97-AF65-F5344CB8AC3E}">
        <p14:creationId xmlns:p14="http://schemas.microsoft.com/office/powerpoint/2010/main" val="932173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1618"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Arial" charset="0"/>
              </a:defRPr>
            </a:lvl1pPr>
          </a:lstStyle>
          <a:p>
            <a:pPr>
              <a:defRPr/>
            </a:pPr>
            <a:endParaRPr lang="ru-RU"/>
          </a:p>
        </p:txBody>
      </p:sp>
      <p:sp>
        <p:nvSpPr>
          <p:cNvPr id="111619"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Arial" charset="0"/>
              </a:defRPr>
            </a:lvl1pPr>
          </a:lstStyle>
          <a:p>
            <a:pPr>
              <a:defRPr/>
            </a:pPr>
            <a:endParaRPr lang="ru-RU"/>
          </a:p>
        </p:txBody>
      </p:sp>
      <p:sp>
        <p:nvSpPr>
          <p:cNvPr id="3076"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1621"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ru-RU" noProof="0"/>
              <a:t>Click to edit Master text styles</a:t>
            </a:r>
          </a:p>
          <a:p>
            <a:pPr lvl="1"/>
            <a:r>
              <a:rPr lang="ru-RU" noProof="0"/>
              <a:t>Second level</a:t>
            </a:r>
          </a:p>
          <a:p>
            <a:pPr lvl="2"/>
            <a:r>
              <a:rPr lang="ru-RU" noProof="0"/>
              <a:t>Third level</a:t>
            </a:r>
          </a:p>
          <a:p>
            <a:pPr lvl="3"/>
            <a:r>
              <a:rPr lang="ru-RU" noProof="0"/>
              <a:t>Fourth level</a:t>
            </a:r>
          </a:p>
          <a:p>
            <a:pPr lvl="4"/>
            <a:r>
              <a:rPr lang="ru-RU" noProof="0"/>
              <a:t>Fifth level</a:t>
            </a:r>
          </a:p>
        </p:txBody>
      </p:sp>
      <p:sp>
        <p:nvSpPr>
          <p:cNvPr id="111622"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Arial" charset="0"/>
              </a:defRPr>
            </a:lvl1pPr>
          </a:lstStyle>
          <a:p>
            <a:pPr>
              <a:defRPr/>
            </a:pPr>
            <a:endParaRPr lang="ru-RU"/>
          </a:p>
        </p:txBody>
      </p:sp>
      <p:sp>
        <p:nvSpPr>
          <p:cNvPr id="111623"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7CBA86BE-8BA3-48F4-A70F-10CB7540109D}" type="slidenum">
              <a:rPr lang="ru-RU"/>
              <a:pPr>
                <a:defRPr/>
              </a:pPr>
              <a:t>‹#›</a:t>
            </a:fld>
            <a:endParaRPr lang="ru-RU"/>
          </a:p>
        </p:txBody>
      </p:sp>
    </p:spTree>
    <p:extLst>
      <p:ext uri="{BB962C8B-B14F-4D97-AF65-F5344CB8AC3E}">
        <p14:creationId xmlns:p14="http://schemas.microsoft.com/office/powerpoint/2010/main" val="206891944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CBDD9C68-2740-4619-A53D-D5E740BA552D}" type="slidenum">
              <a:rPr lang="ru-RU"/>
              <a:pPr/>
              <a:t>1</a:t>
            </a:fld>
            <a:endParaRPr lang="ru-RU"/>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684225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E7E4712-55CF-4F48-ACA5-F9FDFA98D027}" type="slidenum">
              <a:rPr lang="ru-RU"/>
              <a:pPr/>
              <a:t>2</a:t>
            </a:fld>
            <a:endParaRPr lang="ru-RU"/>
          </a:p>
        </p:txBody>
      </p:sp>
      <p:sp>
        <p:nvSpPr>
          <p:cNvPr id="8195" name="Rectangle 2"/>
          <p:cNvSpPr>
            <a:spLocks noGrp="1" noRot="1" noChangeAspect="1" noChangeArrowheads="1" noTextEdit="1"/>
          </p:cNvSpPr>
          <p:nvPr>
            <p:ph type="sldImg"/>
          </p:nvPr>
        </p:nvSpPr>
        <p:spPr>
          <a:ln/>
        </p:spPr>
      </p:sp>
      <p:sp>
        <p:nvSpPr>
          <p:cNvPr id="81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35096743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7959B8FF-DE29-4035-ABF4-0C8689A86F85}" type="slidenum">
              <a:rPr lang="ru-RU"/>
              <a:pPr/>
              <a:t>3</a:t>
            </a:fld>
            <a:endParaRPr lang="ru-RU"/>
          </a:p>
        </p:txBody>
      </p:sp>
      <p:sp>
        <p:nvSpPr>
          <p:cNvPr id="10243" name="Rectangle 2"/>
          <p:cNvSpPr>
            <a:spLocks noGrp="1" noRot="1" noChangeAspect="1" noChangeArrowheads="1" noTextEdit="1"/>
          </p:cNvSpPr>
          <p:nvPr>
            <p:ph type="sldImg"/>
          </p:nvPr>
        </p:nvSpPr>
        <p:spPr>
          <a:ln/>
        </p:spPr>
      </p:sp>
      <p:sp>
        <p:nvSpPr>
          <p:cNvPr id="102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11050762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F28F4CF-F05D-4D82-A5FE-E719EA32A26F}" type="slidenum">
              <a:rPr lang="ru-RU"/>
              <a:pPr/>
              <a:t>4</a:t>
            </a:fld>
            <a:endParaRPr lang="ru-RU"/>
          </a:p>
        </p:txBody>
      </p:sp>
      <p:sp>
        <p:nvSpPr>
          <p:cNvPr id="12291" name="Rectangle 2"/>
          <p:cNvSpPr>
            <a:spLocks noGrp="1" noRot="1" noChangeAspect="1" noChangeArrowheads="1" noTextEdit="1"/>
          </p:cNvSpPr>
          <p:nvPr>
            <p:ph type="sldImg"/>
          </p:nvPr>
        </p:nvSpPr>
        <p:spPr>
          <a:ln/>
        </p:spPr>
      </p:sp>
      <p:sp>
        <p:nvSpPr>
          <p:cNvPr id="12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35910073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6E5036C-FC33-4017-8821-FD77266523A3}" type="slidenum">
              <a:rPr lang="ru-RU"/>
              <a:pPr/>
              <a:t>5</a:t>
            </a:fld>
            <a:endParaRPr lang="ru-RU"/>
          </a:p>
        </p:txBody>
      </p:sp>
      <p:sp>
        <p:nvSpPr>
          <p:cNvPr id="16387" name="Rectangle 2"/>
          <p:cNvSpPr>
            <a:spLocks noGrp="1" noRot="1" noChangeAspect="1" noChangeArrowheads="1" noTextEdit="1"/>
          </p:cNvSpPr>
          <p:nvPr>
            <p:ph type="sldImg"/>
          </p:nvPr>
        </p:nvSpPr>
        <p:spPr>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39830065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C344563A-C2C8-4392-8C19-05990342B75D}" type="slidenum">
              <a:rPr lang="ru-RU"/>
              <a:pPr/>
              <a:t>6</a:t>
            </a:fld>
            <a:endParaRPr lang="ru-RU"/>
          </a:p>
        </p:txBody>
      </p:sp>
      <p:sp>
        <p:nvSpPr>
          <p:cNvPr id="18435" name="Rectangle 2"/>
          <p:cNvSpPr>
            <a:spLocks noGrp="1" noRot="1" noChangeAspect="1" noChangeArrowheads="1" noTextEdit="1"/>
          </p:cNvSpPr>
          <p:nvPr>
            <p:ph type="sldImg"/>
          </p:nvPr>
        </p:nvSpPr>
        <p:spPr>
          <a:ln/>
        </p:spPr>
      </p:sp>
      <p:sp>
        <p:nvSpPr>
          <p:cNvPr id="184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21101980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8AE249A3-4FA4-4F2C-9A66-44284666BC8A}" type="slidenum">
              <a:rPr lang="ru-RU"/>
              <a:pPr/>
              <a:t>7</a:t>
            </a:fld>
            <a:endParaRPr lang="ru-RU"/>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32576373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3EF0B89E-5B89-4D0D-A779-94479EE7902D}" type="slidenum">
              <a:rPr lang="ru-RU"/>
              <a:pPr/>
              <a:t>8</a:t>
            </a:fld>
            <a:endParaRPr lang="ru-RU"/>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40100555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7959B8FF-DE29-4035-ABF4-0C8689A86F85}" type="slidenum">
              <a:rPr lang="ru-RU"/>
              <a:pPr/>
              <a:t>9</a:t>
            </a:fld>
            <a:endParaRPr lang="ru-RU"/>
          </a:p>
        </p:txBody>
      </p:sp>
      <p:sp>
        <p:nvSpPr>
          <p:cNvPr id="10243" name="Rectangle 2"/>
          <p:cNvSpPr>
            <a:spLocks noGrp="1" noRot="1" noChangeAspect="1" noChangeArrowheads="1" noTextEdit="1"/>
          </p:cNvSpPr>
          <p:nvPr>
            <p:ph type="sldImg"/>
          </p:nvPr>
        </p:nvSpPr>
        <p:spPr>
          <a:ln/>
        </p:spPr>
      </p:sp>
      <p:sp>
        <p:nvSpPr>
          <p:cNvPr id="102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31034689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7959B8FF-DE29-4035-ABF4-0C8689A86F85}" type="slidenum">
              <a:rPr lang="ru-RU"/>
              <a:pPr/>
              <a:t>10</a:t>
            </a:fld>
            <a:endParaRPr lang="ru-RU"/>
          </a:p>
        </p:txBody>
      </p:sp>
      <p:sp>
        <p:nvSpPr>
          <p:cNvPr id="10243" name="Rectangle 2"/>
          <p:cNvSpPr>
            <a:spLocks noGrp="1" noRot="1" noChangeAspect="1" noChangeArrowheads="1" noTextEdit="1"/>
          </p:cNvSpPr>
          <p:nvPr>
            <p:ph type="sldImg"/>
          </p:nvPr>
        </p:nvSpPr>
        <p:spPr>
          <a:ln/>
        </p:spPr>
      </p:sp>
      <p:sp>
        <p:nvSpPr>
          <p:cNvPr id="102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35928020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7959B8FF-DE29-4035-ABF4-0C8689A86F85}" type="slidenum">
              <a:rPr lang="ru-RU"/>
              <a:pPr/>
              <a:t>11</a:t>
            </a:fld>
            <a:endParaRPr lang="ru-RU"/>
          </a:p>
        </p:txBody>
      </p:sp>
      <p:sp>
        <p:nvSpPr>
          <p:cNvPr id="10243" name="Rectangle 2"/>
          <p:cNvSpPr>
            <a:spLocks noGrp="1" noRot="1" noChangeAspect="1" noChangeArrowheads="1" noTextEdit="1"/>
          </p:cNvSpPr>
          <p:nvPr>
            <p:ph type="sldImg"/>
          </p:nvPr>
        </p:nvSpPr>
        <p:spPr>
          <a:ln/>
        </p:spPr>
      </p:sp>
      <p:sp>
        <p:nvSpPr>
          <p:cNvPr id="102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34939120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F28F4CF-F05D-4D82-A5FE-E719EA32A26F}" type="slidenum">
              <a:rPr lang="ru-RU"/>
              <a:pPr/>
              <a:t>12</a:t>
            </a:fld>
            <a:endParaRPr lang="ru-RU"/>
          </a:p>
        </p:txBody>
      </p:sp>
      <p:sp>
        <p:nvSpPr>
          <p:cNvPr id="12291" name="Rectangle 2"/>
          <p:cNvSpPr>
            <a:spLocks noGrp="1" noRot="1" noChangeAspect="1" noChangeArrowheads="1" noTextEdit="1"/>
          </p:cNvSpPr>
          <p:nvPr>
            <p:ph type="sldImg"/>
          </p:nvPr>
        </p:nvSpPr>
        <p:spPr>
          <a:ln/>
        </p:spPr>
      </p:sp>
      <p:sp>
        <p:nvSpPr>
          <p:cNvPr id="12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3503311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6E5036C-FC33-4017-8821-FD77266523A3}" type="slidenum">
              <a:rPr lang="ru-RU"/>
              <a:pPr/>
              <a:t>13</a:t>
            </a:fld>
            <a:endParaRPr lang="ru-RU"/>
          </a:p>
        </p:txBody>
      </p:sp>
      <p:sp>
        <p:nvSpPr>
          <p:cNvPr id="16387" name="Rectangle 2"/>
          <p:cNvSpPr>
            <a:spLocks noGrp="1" noRot="1" noChangeAspect="1" noChangeArrowheads="1" noTextEdit="1"/>
          </p:cNvSpPr>
          <p:nvPr>
            <p:ph type="sldImg"/>
          </p:nvPr>
        </p:nvSpPr>
        <p:spPr>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1368824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8AE249A3-4FA4-4F2C-9A66-44284666BC8A}" type="slidenum">
              <a:rPr lang="ru-RU"/>
              <a:pPr/>
              <a:t>14</a:t>
            </a:fld>
            <a:endParaRPr lang="ru-RU"/>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8959443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8AE249A3-4FA4-4F2C-9A66-44284666BC8A}" type="slidenum">
              <a:rPr lang="ru-RU"/>
              <a:pPr/>
              <a:t>15</a:t>
            </a:fld>
            <a:endParaRPr lang="ru-RU"/>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31747539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8AE249A3-4FA4-4F2C-9A66-44284666BC8A}" type="slidenum">
              <a:rPr lang="ru-RU"/>
              <a:pPr/>
              <a:t>16</a:t>
            </a:fld>
            <a:endParaRPr lang="ru-RU"/>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29862454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8AE249A3-4FA4-4F2C-9A66-44284666BC8A}" type="slidenum">
              <a:rPr lang="ru-RU"/>
              <a:pPr/>
              <a:t>17</a:t>
            </a:fld>
            <a:endParaRPr lang="ru-RU"/>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3531087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8AE249A3-4FA4-4F2C-9A66-44284666BC8A}" type="slidenum">
              <a:rPr lang="ru-RU"/>
              <a:pPr/>
              <a:t>18</a:t>
            </a:fld>
            <a:endParaRPr lang="ru-RU"/>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atin typeface="Arial" panose="020B0604020202020204" pitchFamily="34" charset="0"/>
            </a:endParaRPr>
          </a:p>
        </p:txBody>
      </p:sp>
    </p:spTree>
    <p:extLst>
      <p:ext uri="{BB962C8B-B14F-4D97-AF65-F5344CB8AC3E}">
        <p14:creationId xmlns:p14="http://schemas.microsoft.com/office/powerpoint/2010/main" val="235711476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2"/>
          <p:cNvGrpSpPr>
            <a:grpSpLocks/>
          </p:cNvGrpSpPr>
          <p:nvPr userDrawn="1"/>
        </p:nvGrpSpPr>
        <p:grpSpPr bwMode="auto">
          <a:xfrm>
            <a:off x="0" y="0"/>
            <a:ext cx="9144000" cy="6858000"/>
            <a:chOff x="0" y="0"/>
            <a:chExt cx="5760" cy="4320"/>
          </a:xfrm>
        </p:grpSpPr>
        <p:sp>
          <p:nvSpPr>
            <p:cNvPr id="5" name="Rectangle 3"/>
            <p:cNvSpPr>
              <a:spLocks noChangeArrowheads="1"/>
            </p:cNvSpPr>
            <p:nvPr/>
          </p:nvSpPr>
          <p:spPr bwMode="hidden">
            <a:xfrm>
              <a:off x="0" y="0"/>
              <a:ext cx="2208" cy="4320"/>
            </a:xfrm>
            <a:prstGeom prst="rect">
              <a:avLst/>
            </a:prstGeom>
            <a:gradFill rotWithShape="0">
              <a:gsLst>
                <a:gs pos="0">
                  <a:schemeClr val="folHlink"/>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endParaRPr lang="en-US" sz="2400">
                <a:latin typeface="Times New Roman" panose="02020603050405020304" pitchFamily="18" charset="0"/>
              </a:endParaRPr>
            </a:p>
          </p:txBody>
        </p:sp>
        <p:sp>
          <p:nvSpPr>
            <p:cNvPr id="6" name="Rectangle 4"/>
            <p:cNvSpPr>
              <a:spLocks noChangeArrowheads="1"/>
            </p:cNvSpPr>
            <p:nvPr/>
          </p:nvSpPr>
          <p:spPr bwMode="hidden">
            <a:xfrm>
              <a:off x="1081" y="1065"/>
              <a:ext cx="4679" cy="1596"/>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400">
                <a:latin typeface="Times New Roman" panose="02020603050405020304" pitchFamily="18" charset="0"/>
              </a:endParaRPr>
            </a:p>
          </p:txBody>
        </p:sp>
        <p:grpSp>
          <p:nvGrpSpPr>
            <p:cNvPr id="7" name="Group 5"/>
            <p:cNvGrpSpPr>
              <a:grpSpLocks/>
            </p:cNvGrpSpPr>
            <p:nvPr/>
          </p:nvGrpSpPr>
          <p:grpSpPr bwMode="auto">
            <a:xfrm>
              <a:off x="0" y="672"/>
              <a:ext cx="1806" cy="1989"/>
              <a:chOff x="0" y="672"/>
              <a:chExt cx="1806" cy="1989"/>
            </a:xfrm>
          </p:grpSpPr>
          <p:sp>
            <p:nvSpPr>
              <p:cNvPr id="8" name="Rectangle 6"/>
              <p:cNvSpPr>
                <a:spLocks noChangeArrowheads="1"/>
              </p:cNvSpPr>
              <p:nvPr userDrawn="1"/>
            </p:nvSpPr>
            <p:spPr bwMode="auto">
              <a:xfrm>
                <a:off x="361" y="2257"/>
                <a:ext cx="363" cy="404"/>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400">
                  <a:latin typeface="Times New Roman" panose="02020603050405020304" pitchFamily="18" charset="0"/>
                </a:endParaRPr>
              </a:p>
            </p:txBody>
          </p:sp>
          <p:sp>
            <p:nvSpPr>
              <p:cNvPr id="9" name="Rectangle 7"/>
              <p:cNvSpPr>
                <a:spLocks noChangeArrowheads="1"/>
              </p:cNvSpPr>
              <p:nvPr userDrawn="1"/>
            </p:nvSpPr>
            <p:spPr bwMode="auto">
              <a:xfrm>
                <a:off x="1081" y="1065"/>
                <a:ext cx="362" cy="405"/>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400">
                  <a:latin typeface="Times New Roman" panose="02020603050405020304" pitchFamily="18" charset="0"/>
                </a:endParaRPr>
              </a:p>
            </p:txBody>
          </p:sp>
          <p:sp>
            <p:nvSpPr>
              <p:cNvPr id="10" name="Rectangle 8"/>
              <p:cNvSpPr>
                <a:spLocks noChangeArrowheads="1"/>
              </p:cNvSpPr>
              <p:nvPr userDrawn="1"/>
            </p:nvSpPr>
            <p:spPr bwMode="auto">
              <a:xfrm>
                <a:off x="1437" y="672"/>
                <a:ext cx="369" cy="400"/>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400">
                  <a:latin typeface="Times New Roman" panose="02020603050405020304" pitchFamily="18" charset="0"/>
                </a:endParaRPr>
              </a:p>
            </p:txBody>
          </p:sp>
          <p:sp>
            <p:nvSpPr>
              <p:cNvPr id="11" name="Rectangle 9"/>
              <p:cNvSpPr>
                <a:spLocks noChangeArrowheads="1"/>
              </p:cNvSpPr>
              <p:nvPr userDrawn="1"/>
            </p:nvSpPr>
            <p:spPr bwMode="auto">
              <a:xfrm>
                <a:off x="719" y="2257"/>
                <a:ext cx="368" cy="40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400">
                  <a:latin typeface="Times New Roman" panose="02020603050405020304" pitchFamily="18" charset="0"/>
                </a:endParaRPr>
              </a:p>
            </p:txBody>
          </p:sp>
          <p:sp>
            <p:nvSpPr>
              <p:cNvPr id="12" name="Rectangle 10"/>
              <p:cNvSpPr>
                <a:spLocks noChangeArrowheads="1"/>
              </p:cNvSpPr>
              <p:nvPr userDrawn="1"/>
            </p:nvSpPr>
            <p:spPr bwMode="auto">
              <a:xfrm>
                <a:off x="1437" y="1065"/>
                <a:ext cx="369" cy="405"/>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400">
                  <a:latin typeface="Times New Roman" panose="02020603050405020304" pitchFamily="18" charset="0"/>
                </a:endParaRPr>
              </a:p>
            </p:txBody>
          </p:sp>
          <p:sp>
            <p:nvSpPr>
              <p:cNvPr id="13" name="Rectangle 11"/>
              <p:cNvSpPr>
                <a:spLocks noChangeArrowheads="1"/>
              </p:cNvSpPr>
              <p:nvPr userDrawn="1"/>
            </p:nvSpPr>
            <p:spPr bwMode="auto">
              <a:xfrm>
                <a:off x="719" y="1464"/>
                <a:ext cx="368" cy="399"/>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400">
                  <a:latin typeface="Times New Roman" panose="02020603050405020304" pitchFamily="18" charset="0"/>
                </a:endParaRPr>
              </a:p>
            </p:txBody>
          </p:sp>
          <p:sp>
            <p:nvSpPr>
              <p:cNvPr id="14" name="Rectangle 12"/>
              <p:cNvSpPr>
                <a:spLocks noChangeArrowheads="1"/>
              </p:cNvSpPr>
              <p:nvPr userDrawn="1"/>
            </p:nvSpPr>
            <p:spPr bwMode="auto">
              <a:xfrm>
                <a:off x="0" y="1464"/>
                <a:ext cx="367" cy="399"/>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400">
                  <a:latin typeface="Times New Roman" panose="02020603050405020304" pitchFamily="18" charset="0"/>
                </a:endParaRPr>
              </a:p>
            </p:txBody>
          </p:sp>
          <p:sp>
            <p:nvSpPr>
              <p:cNvPr id="15" name="Rectangle 13"/>
              <p:cNvSpPr>
                <a:spLocks noChangeArrowheads="1"/>
              </p:cNvSpPr>
              <p:nvPr userDrawn="1"/>
            </p:nvSpPr>
            <p:spPr bwMode="auto">
              <a:xfrm>
                <a:off x="1081" y="1464"/>
                <a:ext cx="362" cy="399"/>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400">
                  <a:latin typeface="Times New Roman" panose="02020603050405020304" pitchFamily="18" charset="0"/>
                </a:endParaRPr>
              </a:p>
            </p:txBody>
          </p:sp>
          <p:sp>
            <p:nvSpPr>
              <p:cNvPr id="16" name="Rectangle 14"/>
              <p:cNvSpPr>
                <a:spLocks noChangeArrowheads="1"/>
              </p:cNvSpPr>
              <p:nvPr userDrawn="1"/>
            </p:nvSpPr>
            <p:spPr bwMode="auto">
              <a:xfrm>
                <a:off x="361" y="1857"/>
                <a:ext cx="363" cy="406"/>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400">
                  <a:latin typeface="Times New Roman" panose="02020603050405020304" pitchFamily="18" charset="0"/>
                </a:endParaRPr>
              </a:p>
            </p:txBody>
          </p:sp>
          <p:sp>
            <p:nvSpPr>
              <p:cNvPr id="17" name="Rectangle 15"/>
              <p:cNvSpPr>
                <a:spLocks noChangeArrowheads="1"/>
              </p:cNvSpPr>
              <p:nvPr userDrawn="1"/>
            </p:nvSpPr>
            <p:spPr bwMode="auto">
              <a:xfrm>
                <a:off x="719" y="1857"/>
                <a:ext cx="368" cy="406"/>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400">
                  <a:latin typeface="Times New Roman" panose="02020603050405020304" pitchFamily="18" charset="0"/>
                </a:endParaRPr>
              </a:p>
            </p:txBody>
          </p:sp>
        </p:grpSp>
      </p:grpSp>
      <p:pic>
        <p:nvPicPr>
          <p:cNvPr id="18" name="Picture 21" descr="PP_WIUT_Attachment"/>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0" y="0"/>
            <a:ext cx="7524750" cy="658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5731" name="Rectangle 19"/>
          <p:cNvSpPr>
            <a:spLocks noGrp="1" noChangeArrowheads="1"/>
          </p:cNvSpPr>
          <p:nvPr>
            <p:ph type="ctrTitle"/>
          </p:nvPr>
        </p:nvSpPr>
        <p:spPr>
          <a:xfrm>
            <a:off x="2971800" y="1828800"/>
            <a:ext cx="6019800" cy="2209800"/>
          </a:xfrm>
        </p:spPr>
        <p:txBody>
          <a:bodyPr/>
          <a:lstStyle>
            <a:lvl1pPr>
              <a:defRPr sz="5000">
                <a:solidFill>
                  <a:srgbClr val="FFFFFF"/>
                </a:solidFill>
              </a:defRPr>
            </a:lvl1pPr>
          </a:lstStyle>
          <a:p>
            <a:r>
              <a:rPr lang="ru-RU"/>
              <a:t>Click to edit Master title style</a:t>
            </a:r>
          </a:p>
        </p:txBody>
      </p:sp>
      <p:sp>
        <p:nvSpPr>
          <p:cNvPr id="115732" name="Rectangle 20"/>
          <p:cNvSpPr>
            <a:spLocks noGrp="1" noChangeArrowheads="1"/>
          </p:cNvSpPr>
          <p:nvPr>
            <p:ph type="subTitle" idx="1"/>
          </p:nvPr>
        </p:nvSpPr>
        <p:spPr>
          <a:xfrm>
            <a:off x="2971800" y="4267200"/>
            <a:ext cx="6019800" cy="1752600"/>
          </a:xfrm>
        </p:spPr>
        <p:txBody>
          <a:bodyPr/>
          <a:lstStyle>
            <a:lvl1pPr marL="0" indent="0">
              <a:buFont typeface="Wingdings" pitchFamily="2" charset="2"/>
              <a:buNone/>
              <a:defRPr sz="3400"/>
            </a:lvl1pPr>
          </a:lstStyle>
          <a:p>
            <a:r>
              <a:rPr lang="ru-RU"/>
              <a:t>Click to edit Master subtitle style</a:t>
            </a:r>
          </a:p>
        </p:txBody>
      </p:sp>
      <p:sp>
        <p:nvSpPr>
          <p:cNvPr id="19" name="Rectangle 16"/>
          <p:cNvSpPr>
            <a:spLocks noGrp="1" noChangeArrowheads="1"/>
          </p:cNvSpPr>
          <p:nvPr>
            <p:ph type="dt" sz="half" idx="10"/>
          </p:nvPr>
        </p:nvSpPr>
        <p:spPr>
          <a:xfrm>
            <a:off x="457200" y="6248400"/>
            <a:ext cx="2133600" cy="457200"/>
          </a:xfrm>
        </p:spPr>
        <p:txBody>
          <a:bodyPr/>
          <a:lstStyle>
            <a:lvl1pPr>
              <a:defRPr/>
            </a:lvl1pPr>
          </a:lstStyle>
          <a:p>
            <a:pPr>
              <a:defRPr/>
            </a:pPr>
            <a:endParaRPr lang="ru-RU"/>
          </a:p>
        </p:txBody>
      </p:sp>
      <p:sp>
        <p:nvSpPr>
          <p:cNvPr id="20" name="Rectangle 17"/>
          <p:cNvSpPr>
            <a:spLocks noGrp="1" noChangeArrowheads="1"/>
          </p:cNvSpPr>
          <p:nvPr>
            <p:ph type="ftr" sz="quarter" idx="11"/>
          </p:nvPr>
        </p:nvSpPr>
        <p:spPr/>
        <p:txBody>
          <a:bodyPr/>
          <a:lstStyle>
            <a:lvl1pPr>
              <a:defRPr/>
            </a:lvl1pPr>
          </a:lstStyle>
          <a:p>
            <a:pPr>
              <a:defRPr/>
            </a:pPr>
            <a:r>
              <a:rPr lang="ru-RU"/>
              <a:t>2UZC402 RAD, Prepared by Olimjon Bakirov</a:t>
            </a:r>
          </a:p>
        </p:txBody>
      </p:sp>
      <p:sp>
        <p:nvSpPr>
          <p:cNvPr id="21" name="Rectangle 18"/>
          <p:cNvSpPr>
            <a:spLocks noGrp="1" noChangeArrowheads="1"/>
          </p:cNvSpPr>
          <p:nvPr>
            <p:ph type="sldNum" sz="quarter" idx="12"/>
          </p:nvPr>
        </p:nvSpPr>
        <p:spPr/>
        <p:txBody>
          <a:bodyPr/>
          <a:lstStyle>
            <a:lvl1pPr>
              <a:defRPr smtClean="0"/>
            </a:lvl1pPr>
          </a:lstStyle>
          <a:p>
            <a:pPr>
              <a:defRPr/>
            </a:pPr>
            <a:fld id="{0CAC4913-E785-43C3-BA73-79FCE15F3526}" type="slidenum">
              <a:rPr lang="ru-RU"/>
              <a:pPr>
                <a:defRPr/>
              </a:pPr>
              <a:t>‹#›</a:t>
            </a:fld>
            <a:endParaRPr lang="ru-RU"/>
          </a:p>
        </p:txBody>
      </p:sp>
    </p:spTree>
    <p:extLst>
      <p:ext uri="{BB962C8B-B14F-4D97-AF65-F5344CB8AC3E}">
        <p14:creationId xmlns:p14="http://schemas.microsoft.com/office/powerpoint/2010/main" val="1978521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ftr" sz="quarter" idx="10"/>
          </p:nvPr>
        </p:nvSpPr>
        <p:spPr>
          <a:ln/>
        </p:spPr>
        <p:txBody>
          <a:bodyPr/>
          <a:lstStyle>
            <a:lvl1pPr>
              <a:defRPr/>
            </a:lvl1pPr>
          </a:lstStyle>
          <a:p>
            <a:pPr>
              <a:defRPr/>
            </a:pPr>
            <a:r>
              <a:rPr lang="ru-RU"/>
              <a:t>2UZC402 RAD, Prepared by Olimjon Bakirov</a:t>
            </a:r>
          </a:p>
        </p:txBody>
      </p:sp>
      <p:sp>
        <p:nvSpPr>
          <p:cNvPr id="5" name="Rectangle 3"/>
          <p:cNvSpPr>
            <a:spLocks noGrp="1" noChangeArrowheads="1"/>
          </p:cNvSpPr>
          <p:nvPr>
            <p:ph type="sldNum" sz="quarter" idx="11"/>
          </p:nvPr>
        </p:nvSpPr>
        <p:spPr>
          <a:ln/>
        </p:spPr>
        <p:txBody>
          <a:bodyPr/>
          <a:lstStyle>
            <a:lvl1pPr>
              <a:defRPr/>
            </a:lvl1pPr>
          </a:lstStyle>
          <a:p>
            <a:pPr>
              <a:defRPr/>
            </a:pPr>
            <a:fld id="{E02C04D0-2060-430B-A713-A6E1B1715369}" type="slidenum">
              <a:rPr lang="ru-RU"/>
              <a:pPr>
                <a:defRPr/>
              </a:pPr>
              <a:t>‹#›</a:t>
            </a:fld>
            <a:endParaRPr lang="ru-RU"/>
          </a:p>
        </p:txBody>
      </p:sp>
      <p:sp>
        <p:nvSpPr>
          <p:cNvPr id="6" name="Rectangle 16"/>
          <p:cNvSpPr>
            <a:spLocks noGrp="1" noChangeArrowheads="1"/>
          </p:cNvSpPr>
          <p:nvPr>
            <p:ph type="dt" sz="half" idx="12"/>
          </p:nvPr>
        </p:nvSpPr>
        <p:spPr>
          <a:ln/>
        </p:spPr>
        <p:txBody>
          <a:bodyPr/>
          <a:lstStyle>
            <a:lvl1pPr>
              <a:defRPr/>
            </a:lvl1pPr>
          </a:lstStyle>
          <a:p>
            <a:pPr>
              <a:defRPr/>
            </a:pPr>
            <a:endParaRPr lang="ru-RU"/>
          </a:p>
        </p:txBody>
      </p:sp>
    </p:spTree>
    <p:extLst>
      <p:ext uri="{BB962C8B-B14F-4D97-AF65-F5344CB8AC3E}">
        <p14:creationId xmlns:p14="http://schemas.microsoft.com/office/powerpoint/2010/main" val="36328731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2"/>
          <p:cNvSpPr>
            <a:spLocks noGrp="1" noChangeArrowheads="1"/>
          </p:cNvSpPr>
          <p:nvPr>
            <p:ph type="ftr" sz="quarter" idx="10"/>
          </p:nvPr>
        </p:nvSpPr>
        <p:spPr>
          <a:ln/>
        </p:spPr>
        <p:txBody>
          <a:bodyPr/>
          <a:lstStyle>
            <a:lvl1pPr>
              <a:defRPr/>
            </a:lvl1pPr>
          </a:lstStyle>
          <a:p>
            <a:pPr>
              <a:defRPr/>
            </a:pPr>
            <a:r>
              <a:rPr lang="ru-RU"/>
              <a:t>2UZC402 RAD, Prepared by Olimjon Bakirov</a:t>
            </a:r>
          </a:p>
        </p:txBody>
      </p:sp>
      <p:sp>
        <p:nvSpPr>
          <p:cNvPr id="5" name="Rectangle 3"/>
          <p:cNvSpPr>
            <a:spLocks noGrp="1" noChangeArrowheads="1"/>
          </p:cNvSpPr>
          <p:nvPr>
            <p:ph type="sldNum" sz="quarter" idx="11"/>
          </p:nvPr>
        </p:nvSpPr>
        <p:spPr>
          <a:ln/>
        </p:spPr>
        <p:txBody>
          <a:bodyPr/>
          <a:lstStyle>
            <a:lvl1pPr>
              <a:defRPr/>
            </a:lvl1pPr>
          </a:lstStyle>
          <a:p>
            <a:pPr>
              <a:defRPr/>
            </a:pPr>
            <a:fld id="{7FFD0290-1557-477A-9915-03DB4C2FAE0B}" type="slidenum">
              <a:rPr lang="ru-RU"/>
              <a:pPr>
                <a:defRPr/>
              </a:pPr>
              <a:t>‹#›</a:t>
            </a:fld>
            <a:endParaRPr lang="ru-RU"/>
          </a:p>
        </p:txBody>
      </p:sp>
      <p:sp>
        <p:nvSpPr>
          <p:cNvPr id="6" name="Rectangle 16"/>
          <p:cNvSpPr>
            <a:spLocks noGrp="1" noChangeArrowheads="1"/>
          </p:cNvSpPr>
          <p:nvPr>
            <p:ph type="dt" sz="half" idx="12"/>
          </p:nvPr>
        </p:nvSpPr>
        <p:spPr>
          <a:ln/>
        </p:spPr>
        <p:txBody>
          <a:bodyPr/>
          <a:lstStyle>
            <a:lvl1pPr>
              <a:defRPr/>
            </a:lvl1pPr>
          </a:lstStyle>
          <a:p>
            <a:pPr>
              <a:defRPr/>
            </a:pPr>
            <a:endParaRPr lang="ru-RU"/>
          </a:p>
        </p:txBody>
      </p:sp>
    </p:spTree>
    <p:extLst>
      <p:ext uri="{BB962C8B-B14F-4D97-AF65-F5344CB8AC3E}">
        <p14:creationId xmlns:p14="http://schemas.microsoft.com/office/powerpoint/2010/main" val="8401775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981200"/>
            <a:ext cx="4038600" cy="3886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4038600" cy="3886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2"/>
          <p:cNvSpPr>
            <a:spLocks noGrp="1" noChangeArrowheads="1"/>
          </p:cNvSpPr>
          <p:nvPr>
            <p:ph type="ftr" sz="quarter" idx="10"/>
          </p:nvPr>
        </p:nvSpPr>
        <p:spPr>
          <a:ln/>
        </p:spPr>
        <p:txBody>
          <a:bodyPr/>
          <a:lstStyle>
            <a:lvl1pPr>
              <a:defRPr/>
            </a:lvl1pPr>
          </a:lstStyle>
          <a:p>
            <a:pPr>
              <a:defRPr/>
            </a:pPr>
            <a:r>
              <a:rPr lang="ru-RU"/>
              <a:t>2UZC402 RAD, Prepared by Olimjon Bakirov</a:t>
            </a:r>
          </a:p>
        </p:txBody>
      </p:sp>
      <p:sp>
        <p:nvSpPr>
          <p:cNvPr id="6" name="Rectangle 3"/>
          <p:cNvSpPr>
            <a:spLocks noGrp="1" noChangeArrowheads="1"/>
          </p:cNvSpPr>
          <p:nvPr>
            <p:ph type="sldNum" sz="quarter" idx="11"/>
          </p:nvPr>
        </p:nvSpPr>
        <p:spPr>
          <a:ln/>
        </p:spPr>
        <p:txBody>
          <a:bodyPr/>
          <a:lstStyle>
            <a:lvl1pPr>
              <a:defRPr/>
            </a:lvl1pPr>
          </a:lstStyle>
          <a:p>
            <a:pPr>
              <a:defRPr/>
            </a:pPr>
            <a:fld id="{7FBD602B-670A-432C-B8DC-A8A41E704F68}" type="slidenum">
              <a:rPr lang="ru-RU"/>
              <a:pPr>
                <a:defRPr/>
              </a:pPr>
              <a:t>‹#›</a:t>
            </a:fld>
            <a:endParaRPr lang="ru-RU"/>
          </a:p>
        </p:txBody>
      </p:sp>
      <p:sp>
        <p:nvSpPr>
          <p:cNvPr id="7" name="Rectangle 16"/>
          <p:cNvSpPr>
            <a:spLocks noGrp="1" noChangeArrowheads="1"/>
          </p:cNvSpPr>
          <p:nvPr>
            <p:ph type="dt" sz="half" idx="12"/>
          </p:nvPr>
        </p:nvSpPr>
        <p:spPr>
          <a:ln/>
        </p:spPr>
        <p:txBody>
          <a:bodyPr/>
          <a:lstStyle>
            <a:lvl1pPr>
              <a:defRPr/>
            </a:lvl1pPr>
          </a:lstStyle>
          <a:p>
            <a:pPr>
              <a:defRPr/>
            </a:pPr>
            <a:endParaRPr lang="ru-RU"/>
          </a:p>
        </p:txBody>
      </p:sp>
    </p:spTree>
    <p:extLst>
      <p:ext uri="{BB962C8B-B14F-4D97-AF65-F5344CB8AC3E}">
        <p14:creationId xmlns:p14="http://schemas.microsoft.com/office/powerpoint/2010/main" val="35488476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2"/>
          <p:cNvSpPr>
            <a:spLocks noGrp="1" noChangeArrowheads="1"/>
          </p:cNvSpPr>
          <p:nvPr>
            <p:ph type="ftr" sz="quarter" idx="10"/>
          </p:nvPr>
        </p:nvSpPr>
        <p:spPr>
          <a:ln/>
        </p:spPr>
        <p:txBody>
          <a:bodyPr/>
          <a:lstStyle>
            <a:lvl1pPr>
              <a:defRPr/>
            </a:lvl1pPr>
          </a:lstStyle>
          <a:p>
            <a:pPr>
              <a:defRPr/>
            </a:pPr>
            <a:r>
              <a:rPr lang="ru-RU"/>
              <a:t>2UZC402 RAD, Prepared by Olimjon Bakirov</a:t>
            </a:r>
          </a:p>
        </p:txBody>
      </p:sp>
      <p:sp>
        <p:nvSpPr>
          <p:cNvPr id="8" name="Rectangle 3"/>
          <p:cNvSpPr>
            <a:spLocks noGrp="1" noChangeArrowheads="1"/>
          </p:cNvSpPr>
          <p:nvPr>
            <p:ph type="sldNum" sz="quarter" idx="11"/>
          </p:nvPr>
        </p:nvSpPr>
        <p:spPr>
          <a:ln/>
        </p:spPr>
        <p:txBody>
          <a:bodyPr/>
          <a:lstStyle>
            <a:lvl1pPr>
              <a:defRPr/>
            </a:lvl1pPr>
          </a:lstStyle>
          <a:p>
            <a:pPr>
              <a:defRPr/>
            </a:pPr>
            <a:fld id="{3AA6AD1D-8350-4BF2-B53B-1E75999C3E2E}" type="slidenum">
              <a:rPr lang="ru-RU"/>
              <a:pPr>
                <a:defRPr/>
              </a:pPr>
              <a:t>‹#›</a:t>
            </a:fld>
            <a:endParaRPr lang="ru-RU"/>
          </a:p>
        </p:txBody>
      </p:sp>
      <p:sp>
        <p:nvSpPr>
          <p:cNvPr id="9" name="Rectangle 16"/>
          <p:cNvSpPr>
            <a:spLocks noGrp="1" noChangeArrowheads="1"/>
          </p:cNvSpPr>
          <p:nvPr>
            <p:ph type="dt" sz="half" idx="12"/>
          </p:nvPr>
        </p:nvSpPr>
        <p:spPr>
          <a:ln/>
        </p:spPr>
        <p:txBody>
          <a:bodyPr/>
          <a:lstStyle>
            <a:lvl1pPr>
              <a:defRPr/>
            </a:lvl1pPr>
          </a:lstStyle>
          <a:p>
            <a:pPr>
              <a:defRPr/>
            </a:pPr>
            <a:endParaRPr lang="ru-RU"/>
          </a:p>
        </p:txBody>
      </p:sp>
    </p:spTree>
    <p:extLst>
      <p:ext uri="{BB962C8B-B14F-4D97-AF65-F5344CB8AC3E}">
        <p14:creationId xmlns:p14="http://schemas.microsoft.com/office/powerpoint/2010/main" val="7014050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2"/>
          <p:cNvSpPr>
            <a:spLocks noGrp="1" noChangeArrowheads="1"/>
          </p:cNvSpPr>
          <p:nvPr>
            <p:ph type="ftr" sz="quarter" idx="10"/>
          </p:nvPr>
        </p:nvSpPr>
        <p:spPr>
          <a:ln/>
        </p:spPr>
        <p:txBody>
          <a:bodyPr/>
          <a:lstStyle>
            <a:lvl1pPr>
              <a:defRPr/>
            </a:lvl1pPr>
          </a:lstStyle>
          <a:p>
            <a:pPr>
              <a:defRPr/>
            </a:pPr>
            <a:r>
              <a:rPr lang="ru-RU"/>
              <a:t>2UZC402 RAD, Prepared by Olimjon Bakirov</a:t>
            </a:r>
          </a:p>
        </p:txBody>
      </p:sp>
      <p:sp>
        <p:nvSpPr>
          <p:cNvPr id="4" name="Rectangle 3"/>
          <p:cNvSpPr>
            <a:spLocks noGrp="1" noChangeArrowheads="1"/>
          </p:cNvSpPr>
          <p:nvPr>
            <p:ph type="sldNum" sz="quarter" idx="11"/>
          </p:nvPr>
        </p:nvSpPr>
        <p:spPr>
          <a:ln/>
        </p:spPr>
        <p:txBody>
          <a:bodyPr/>
          <a:lstStyle>
            <a:lvl1pPr>
              <a:defRPr/>
            </a:lvl1pPr>
          </a:lstStyle>
          <a:p>
            <a:pPr>
              <a:defRPr/>
            </a:pPr>
            <a:fld id="{14FBDB1E-D292-4BB5-AA11-0262891D22D2}" type="slidenum">
              <a:rPr lang="ru-RU"/>
              <a:pPr>
                <a:defRPr/>
              </a:pPr>
              <a:t>‹#›</a:t>
            </a:fld>
            <a:endParaRPr lang="ru-RU"/>
          </a:p>
        </p:txBody>
      </p:sp>
      <p:sp>
        <p:nvSpPr>
          <p:cNvPr id="5" name="Rectangle 16"/>
          <p:cNvSpPr>
            <a:spLocks noGrp="1" noChangeArrowheads="1"/>
          </p:cNvSpPr>
          <p:nvPr>
            <p:ph type="dt" sz="half" idx="12"/>
          </p:nvPr>
        </p:nvSpPr>
        <p:spPr>
          <a:ln/>
        </p:spPr>
        <p:txBody>
          <a:bodyPr/>
          <a:lstStyle>
            <a:lvl1pPr>
              <a:defRPr/>
            </a:lvl1pPr>
          </a:lstStyle>
          <a:p>
            <a:pPr>
              <a:defRPr/>
            </a:pPr>
            <a:endParaRPr lang="ru-RU"/>
          </a:p>
        </p:txBody>
      </p:sp>
    </p:spTree>
    <p:extLst>
      <p:ext uri="{BB962C8B-B14F-4D97-AF65-F5344CB8AC3E}">
        <p14:creationId xmlns:p14="http://schemas.microsoft.com/office/powerpoint/2010/main" val="4839531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2"/>
          <p:cNvSpPr>
            <a:spLocks noGrp="1" noChangeArrowheads="1"/>
          </p:cNvSpPr>
          <p:nvPr>
            <p:ph type="ftr" sz="quarter" idx="10"/>
          </p:nvPr>
        </p:nvSpPr>
        <p:spPr>
          <a:ln/>
        </p:spPr>
        <p:txBody>
          <a:bodyPr/>
          <a:lstStyle>
            <a:lvl1pPr>
              <a:defRPr/>
            </a:lvl1pPr>
          </a:lstStyle>
          <a:p>
            <a:pPr>
              <a:defRPr/>
            </a:pPr>
            <a:r>
              <a:rPr lang="ru-RU"/>
              <a:t>2UZC402 RAD, Prepared by Olimjon Bakirov</a:t>
            </a:r>
          </a:p>
        </p:txBody>
      </p:sp>
      <p:sp>
        <p:nvSpPr>
          <p:cNvPr id="3" name="Rectangle 3"/>
          <p:cNvSpPr>
            <a:spLocks noGrp="1" noChangeArrowheads="1"/>
          </p:cNvSpPr>
          <p:nvPr>
            <p:ph type="sldNum" sz="quarter" idx="11"/>
          </p:nvPr>
        </p:nvSpPr>
        <p:spPr>
          <a:ln/>
        </p:spPr>
        <p:txBody>
          <a:bodyPr/>
          <a:lstStyle>
            <a:lvl1pPr>
              <a:defRPr/>
            </a:lvl1pPr>
          </a:lstStyle>
          <a:p>
            <a:pPr>
              <a:defRPr/>
            </a:pPr>
            <a:fld id="{079B0E7D-D65E-4E27-8FD8-0AFACBA44855}" type="slidenum">
              <a:rPr lang="ru-RU"/>
              <a:pPr>
                <a:defRPr/>
              </a:pPr>
              <a:t>‹#›</a:t>
            </a:fld>
            <a:endParaRPr lang="ru-RU"/>
          </a:p>
        </p:txBody>
      </p:sp>
      <p:sp>
        <p:nvSpPr>
          <p:cNvPr id="4" name="Rectangle 16"/>
          <p:cNvSpPr>
            <a:spLocks noGrp="1" noChangeArrowheads="1"/>
          </p:cNvSpPr>
          <p:nvPr>
            <p:ph type="dt" sz="half" idx="12"/>
          </p:nvPr>
        </p:nvSpPr>
        <p:spPr>
          <a:ln/>
        </p:spPr>
        <p:txBody>
          <a:bodyPr/>
          <a:lstStyle>
            <a:lvl1pPr>
              <a:defRPr/>
            </a:lvl1pPr>
          </a:lstStyle>
          <a:p>
            <a:pPr>
              <a:defRPr/>
            </a:pPr>
            <a:endParaRPr lang="ru-RU"/>
          </a:p>
        </p:txBody>
      </p:sp>
    </p:spTree>
    <p:extLst>
      <p:ext uri="{BB962C8B-B14F-4D97-AF65-F5344CB8AC3E}">
        <p14:creationId xmlns:p14="http://schemas.microsoft.com/office/powerpoint/2010/main" val="2151441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2"/>
          <p:cNvSpPr>
            <a:spLocks noGrp="1" noChangeArrowheads="1"/>
          </p:cNvSpPr>
          <p:nvPr>
            <p:ph type="ftr" sz="quarter" idx="10"/>
          </p:nvPr>
        </p:nvSpPr>
        <p:spPr>
          <a:ln/>
        </p:spPr>
        <p:txBody>
          <a:bodyPr/>
          <a:lstStyle>
            <a:lvl1pPr>
              <a:defRPr/>
            </a:lvl1pPr>
          </a:lstStyle>
          <a:p>
            <a:pPr>
              <a:defRPr/>
            </a:pPr>
            <a:r>
              <a:rPr lang="ru-RU"/>
              <a:t>2UZC402 RAD, Prepared by Olimjon Bakirov</a:t>
            </a:r>
          </a:p>
        </p:txBody>
      </p:sp>
      <p:sp>
        <p:nvSpPr>
          <p:cNvPr id="6" name="Rectangle 3"/>
          <p:cNvSpPr>
            <a:spLocks noGrp="1" noChangeArrowheads="1"/>
          </p:cNvSpPr>
          <p:nvPr>
            <p:ph type="sldNum" sz="quarter" idx="11"/>
          </p:nvPr>
        </p:nvSpPr>
        <p:spPr>
          <a:ln/>
        </p:spPr>
        <p:txBody>
          <a:bodyPr/>
          <a:lstStyle>
            <a:lvl1pPr>
              <a:defRPr/>
            </a:lvl1pPr>
          </a:lstStyle>
          <a:p>
            <a:pPr>
              <a:defRPr/>
            </a:pPr>
            <a:fld id="{443F2149-2EEA-4D73-A89F-EEDD4AE00896}" type="slidenum">
              <a:rPr lang="ru-RU"/>
              <a:pPr>
                <a:defRPr/>
              </a:pPr>
              <a:t>‹#›</a:t>
            </a:fld>
            <a:endParaRPr lang="ru-RU"/>
          </a:p>
        </p:txBody>
      </p:sp>
      <p:sp>
        <p:nvSpPr>
          <p:cNvPr id="7" name="Rectangle 16"/>
          <p:cNvSpPr>
            <a:spLocks noGrp="1" noChangeArrowheads="1"/>
          </p:cNvSpPr>
          <p:nvPr>
            <p:ph type="dt" sz="half" idx="12"/>
          </p:nvPr>
        </p:nvSpPr>
        <p:spPr>
          <a:ln/>
        </p:spPr>
        <p:txBody>
          <a:bodyPr/>
          <a:lstStyle>
            <a:lvl1pPr>
              <a:defRPr/>
            </a:lvl1pPr>
          </a:lstStyle>
          <a:p>
            <a:pPr>
              <a:defRPr/>
            </a:pPr>
            <a:endParaRPr lang="ru-RU"/>
          </a:p>
        </p:txBody>
      </p:sp>
    </p:spTree>
    <p:extLst>
      <p:ext uri="{BB962C8B-B14F-4D97-AF65-F5344CB8AC3E}">
        <p14:creationId xmlns:p14="http://schemas.microsoft.com/office/powerpoint/2010/main" val="7661417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2"/>
          <p:cNvSpPr>
            <a:spLocks noGrp="1" noChangeArrowheads="1"/>
          </p:cNvSpPr>
          <p:nvPr>
            <p:ph type="ftr" sz="quarter" idx="10"/>
          </p:nvPr>
        </p:nvSpPr>
        <p:spPr>
          <a:ln/>
        </p:spPr>
        <p:txBody>
          <a:bodyPr/>
          <a:lstStyle>
            <a:lvl1pPr>
              <a:defRPr/>
            </a:lvl1pPr>
          </a:lstStyle>
          <a:p>
            <a:pPr>
              <a:defRPr/>
            </a:pPr>
            <a:r>
              <a:rPr lang="ru-RU"/>
              <a:t>2UZC402 RAD, Prepared by Olimjon Bakirov</a:t>
            </a:r>
          </a:p>
        </p:txBody>
      </p:sp>
      <p:sp>
        <p:nvSpPr>
          <p:cNvPr id="6" name="Rectangle 3"/>
          <p:cNvSpPr>
            <a:spLocks noGrp="1" noChangeArrowheads="1"/>
          </p:cNvSpPr>
          <p:nvPr>
            <p:ph type="sldNum" sz="quarter" idx="11"/>
          </p:nvPr>
        </p:nvSpPr>
        <p:spPr>
          <a:ln/>
        </p:spPr>
        <p:txBody>
          <a:bodyPr/>
          <a:lstStyle>
            <a:lvl1pPr>
              <a:defRPr/>
            </a:lvl1pPr>
          </a:lstStyle>
          <a:p>
            <a:pPr>
              <a:defRPr/>
            </a:pPr>
            <a:fld id="{4AD35760-58A8-4B59-AF55-B4AF84868D4E}" type="slidenum">
              <a:rPr lang="ru-RU"/>
              <a:pPr>
                <a:defRPr/>
              </a:pPr>
              <a:t>‹#›</a:t>
            </a:fld>
            <a:endParaRPr lang="ru-RU"/>
          </a:p>
        </p:txBody>
      </p:sp>
      <p:sp>
        <p:nvSpPr>
          <p:cNvPr id="7" name="Rectangle 16"/>
          <p:cNvSpPr>
            <a:spLocks noGrp="1" noChangeArrowheads="1"/>
          </p:cNvSpPr>
          <p:nvPr>
            <p:ph type="dt" sz="half" idx="12"/>
          </p:nvPr>
        </p:nvSpPr>
        <p:spPr>
          <a:ln/>
        </p:spPr>
        <p:txBody>
          <a:bodyPr/>
          <a:lstStyle>
            <a:lvl1pPr>
              <a:defRPr/>
            </a:lvl1pPr>
          </a:lstStyle>
          <a:p>
            <a:pPr>
              <a:defRPr/>
            </a:pPr>
            <a:endParaRPr lang="ru-RU"/>
          </a:p>
        </p:txBody>
      </p:sp>
    </p:spTree>
    <p:extLst>
      <p:ext uri="{BB962C8B-B14F-4D97-AF65-F5344CB8AC3E}">
        <p14:creationId xmlns:p14="http://schemas.microsoft.com/office/powerpoint/2010/main" val="17749080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ftr" sz="quarter" idx="10"/>
          </p:nvPr>
        </p:nvSpPr>
        <p:spPr>
          <a:ln/>
        </p:spPr>
        <p:txBody>
          <a:bodyPr/>
          <a:lstStyle>
            <a:lvl1pPr>
              <a:defRPr/>
            </a:lvl1pPr>
          </a:lstStyle>
          <a:p>
            <a:pPr>
              <a:defRPr/>
            </a:pPr>
            <a:r>
              <a:rPr lang="ru-RU"/>
              <a:t>2UZC402 RAD, Prepared by Olimjon Bakirov</a:t>
            </a:r>
          </a:p>
        </p:txBody>
      </p:sp>
      <p:sp>
        <p:nvSpPr>
          <p:cNvPr id="5" name="Rectangle 3"/>
          <p:cNvSpPr>
            <a:spLocks noGrp="1" noChangeArrowheads="1"/>
          </p:cNvSpPr>
          <p:nvPr>
            <p:ph type="sldNum" sz="quarter" idx="11"/>
          </p:nvPr>
        </p:nvSpPr>
        <p:spPr>
          <a:ln/>
        </p:spPr>
        <p:txBody>
          <a:bodyPr/>
          <a:lstStyle>
            <a:lvl1pPr>
              <a:defRPr/>
            </a:lvl1pPr>
          </a:lstStyle>
          <a:p>
            <a:pPr>
              <a:defRPr/>
            </a:pPr>
            <a:fld id="{65140922-993E-4267-A217-D6666D27CCD5}" type="slidenum">
              <a:rPr lang="ru-RU"/>
              <a:pPr>
                <a:defRPr/>
              </a:pPr>
              <a:t>‹#›</a:t>
            </a:fld>
            <a:endParaRPr lang="ru-RU"/>
          </a:p>
        </p:txBody>
      </p:sp>
      <p:sp>
        <p:nvSpPr>
          <p:cNvPr id="6" name="Rectangle 16"/>
          <p:cNvSpPr>
            <a:spLocks noGrp="1" noChangeArrowheads="1"/>
          </p:cNvSpPr>
          <p:nvPr>
            <p:ph type="dt" sz="half" idx="12"/>
          </p:nvPr>
        </p:nvSpPr>
        <p:spPr>
          <a:ln/>
        </p:spPr>
        <p:txBody>
          <a:bodyPr/>
          <a:lstStyle>
            <a:lvl1pPr>
              <a:defRPr/>
            </a:lvl1pPr>
          </a:lstStyle>
          <a:p>
            <a:pPr>
              <a:defRPr/>
            </a:pPr>
            <a:endParaRPr lang="ru-RU"/>
          </a:p>
        </p:txBody>
      </p:sp>
    </p:spTree>
    <p:extLst>
      <p:ext uri="{BB962C8B-B14F-4D97-AF65-F5344CB8AC3E}">
        <p14:creationId xmlns:p14="http://schemas.microsoft.com/office/powerpoint/2010/main" val="9464700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457200"/>
            <a:ext cx="2057400" cy="54102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457200"/>
            <a:ext cx="60198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ftr" sz="quarter" idx="10"/>
          </p:nvPr>
        </p:nvSpPr>
        <p:spPr>
          <a:ln/>
        </p:spPr>
        <p:txBody>
          <a:bodyPr/>
          <a:lstStyle>
            <a:lvl1pPr>
              <a:defRPr/>
            </a:lvl1pPr>
          </a:lstStyle>
          <a:p>
            <a:pPr>
              <a:defRPr/>
            </a:pPr>
            <a:r>
              <a:rPr lang="ru-RU"/>
              <a:t>2UZC402 RAD, Prepared by Olimjon Bakirov</a:t>
            </a:r>
          </a:p>
        </p:txBody>
      </p:sp>
      <p:sp>
        <p:nvSpPr>
          <p:cNvPr id="5" name="Rectangle 3"/>
          <p:cNvSpPr>
            <a:spLocks noGrp="1" noChangeArrowheads="1"/>
          </p:cNvSpPr>
          <p:nvPr>
            <p:ph type="sldNum" sz="quarter" idx="11"/>
          </p:nvPr>
        </p:nvSpPr>
        <p:spPr>
          <a:ln/>
        </p:spPr>
        <p:txBody>
          <a:bodyPr/>
          <a:lstStyle>
            <a:lvl1pPr>
              <a:defRPr/>
            </a:lvl1pPr>
          </a:lstStyle>
          <a:p>
            <a:pPr>
              <a:defRPr/>
            </a:pPr>
            <a:fld id="{0EB58A66-1163-4D68-8B48-66E0C7567104}" type="slidenum">
              <a:rPr lang="ru-RU"/>
              <a:pPr>
                <a:defRPr/>
              </a:pPr>
              <a:t>‹#›</a:t>
            </a:fld>
            <a:endParaRPr lang="ru-RU"/>
          </a:p>
        </p:txBody>
      </p:sp>
      <p:sp>
        <p:nvSpPr>
          <p:cNvPr id="6" name="Rectangle 16"/>
          <p:cNvSpPr>
            <a:spLocks noGrp="1" noChangeArrowheads="1"/>
          </p:cNvSpPr>
          <p:nvPr>
            <p:ph type="dt" sz="half" idx="12"/>
          </p:nvPr>
        </p:nvSpPr>
        <p:spPr>
          <a:ln/>
        </p:spPr>
        <p:txBody>
          <a:bodyPr/>
          <a:lstStyle>
            <a:lvl1pPr>
              <a:defRPr/>
            </a:lvl1pPr>
          </a:lstStyle>
          <a:p>
            <a:pPr>
              <a:defRPr/>
            </a:pPr>
            <a:endParaRPr lang="ru-RU"/>
          </a:p>
        </p:txBody>
      </p:sp>
    </p:spTree>
    <p:extLst>
      <p:ext uri="{BB962C8B-B14F-4D97-AF65-F5344CB8AC3E}">
        <p14:creationId xmlns:p14="http://schemas.microsoft.com/office/powerpoint/2010/main" val="30200480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0"/>
            <a:ext cx="8229600" cy="1371600"/>
          </a:xfrm>
        </p:spPr>
        <p:txBody>
          <a:bodyPr/>
          <a:lstStyle/>
          <a:p>
            <a:r>
              <a:rPr lang="en-US"/>
              <a:t>Click to edit Master title style</a:t>
            </a:r>
          </a:p>
        </p:txBody>
      </p:sp>
      <p:sp>
        <p:nvSpPr>
          <p:cNvPr id="3" name="Text Placeholder 2"/>
          <p:cNvSpPr>
            <a:spLocks noGrp="1"/>
          </p:cNvSpPr>
          <p:nvPr>
            <p:ph type="body" sz="half" idx="1"/>
          </p:nvPr>
        </p:nvSpPr>
        <p:spPr>
          <a:xfrm>
            <a:off x="457200" y="1981200"/>
            <a:ext cx="4038600" cy="3886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4038600" cy="3886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2"/>
          <p:cNvSpPr>
            <a:spLocks noGrp="1" noChangeArrowheads="1"/>
          </p:cNvSpPr>
          <p:nvPr>
            <p:ph type="ftr" sz="quarter" idx="10"/>
          </p:nvPr>
        </p:nvSpPr>
        <p:spPr>
          <a:ln/>
        </p:spPr>
        <p:txBody>
          <a:bodyPr/>
          <a:lstStyle>
            <a:lvl1pPr>
              <a:defRPr/>
            </a:lvl1pPr>
          </a:lstStyle>
          <a:p>
            <a:pPr>
              <a:defRPr/>
            </a:pPr>
            <a:r>
              <a:rPr lang="ru-RU"/>
              <a:t>2UZC402 RAD, Prepared by Olimjon Bakirov</a:t>
            </a:r>
          </a:p>
        </p:txBody>
      </p:sp>
      <p:sp>
        <p:nvSpPr>
          <p:cNvPr id="6" name="Rectangle 3"/>
          <p:cNvSpPr>
            <a:spLocks noGrp="1" noChangeArrowheads="1"/>
          </p:cNvSpPr>
          <p:nvPr>
            <p:ph type="sldNum" sz="quarter" idx="11"/>
          </p:nvPr>
        </p:nvSpPr>
        <p:spPr>
          <a:ln/>
        </p:spPr>
        <p:txBody>
          <a:bodyPr/>
          <a:lstStyle>
            <a:lvl1pPr>
              <a:defRPr/>
            </a:lvl1pPr>
          </a:lstStyle>
          <a:p>
            <a:pPr>
              <a:defRPr/>
            </a:pPr>
            <a:fld id="{B9DAA4FB-04CD-40C6-91C6-75E041D7C4B5}" type="slidenum">
              <a:rPr lang="ru-RU"/>
              <a:pPr>
                <a:defRPr/>
              </a:pPr>
              <a:t>‹#›</a:t>
            </a:fld>
            <a:endParaRPr lang="ru-RU"/>
          </a:p>
        </p:txBody>
      </p:sp>
      <p:sp>
        <p:nvSpPr>
          <p:cNvPr id="7" name="Rectangle 16"/>
          <p:cNvSpPr>
            <a:spLocks noGrp="1" noChangeArrowheads="1"/>
          </p:cNvSpPr>
          <p:nvPr>
            <p:ph type="dt" sz="half" idx="12"/>
          </p:nvPr>
        </p:nvSpPr>
        <p:spPr>
          <a:ln/>
        </p:spPr>
        <p:txBody>
          <a:bodyPr/>
          <a:lstStyle>
            <a:lvl1pPr>
              <a:defRPr/>
            </a:lvl1pPr>
          </a:lstStyle>
          <a:p>
            <a:pPr>
              <a:defRPr/>
            </a:pPr>
            <a:endParaRPr lang="ru-RU"/>
          </a:p>
        </p:txBody>
      </p:sp>
    </p:spTree>
    <p:extLst>
      <p:ext uri="{BB962C8B-B14F-4D97-AF65-F5344CB8AC3E}">
        <p14:creationId xmlns:p14="http://schemas.microsoft.com/office/powerpoint/2010/main" val="12647226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4690" name="Rectangle 2"/>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ctr" eaLnBrk="1" hangingPunct="1">
              <a:defRPr sz="1200">
                <a:latin typeface="Arial" charset="0"/>
              </a:defRPr>
            </a:lvl1pPr>
          </a:lstStyle>
          <a:p>
            <a:pPr>
              <a:defRPr/>
            </a:pPr>
            <a:r>
              <a:rPr lang="ru-RU"/>
              <a:t>2UZC402 RAD, Prepared by Olimjon Bakirov</a:t>
            </a:r>
          </a:p>
        </p:txBody>
      </p:sp>
      <p:sp>
        <p:nvSpPr>
          <p:cNvPr id="114691" name="Rectangle 3"/>
          <p:cNvSpPr>
            <a:spLocks noGrp="1" noChangeArrowheads="1"/>
          </p:cNvSpPr>
          <p:nvPr>
            <p:ph type="sldNum" sz="quarter" idx="4"/>
          </p:nvPr>
        </p:nvSpPr>
        <p:spPr bwMode="auto">
          <a:xfrm>
            <a:off x="6553200" y="6248400"/>
            <a:ext cx="2133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smtClean="0">
                <a:latin typeface="Arial Black" panose="020B0A04020102020204" pitchFamily="34" charset="0"/>
              </a:defRPr>
            </a:lvl1pPr>
          </a:lstStyle>
          <a:p>
            <a:pPr>
              <a:defRPr/>
            </a:pPr>
            <a:fld id="{942E7C8E-52D5-41AA-A40B-6472D9506108}" type="slidenum">
              <a:rPr lang="ru-RU"/>
              <a:pPr>
                <a:defRPr/>
              </a:pPr>
              <a:t>‹#›</a:t>
            </a:fld>
            <a:endParaRPr lang="ru-RU"/>
          </a:p>
        </p:txBody>
      </p:sp>
      <p:grpSp>
        <p:nvGrpSpPr>
          <p:cNvPr id="1028" name="Group 4"/>
          <p:cNvGrpSpPr>
            <a:grpSpLocks/>
          </p:cNvGrpSpPr>
          <p:nvPr/>
        </p:nvGrpSpPr>
        <p:grpSpPr bwMode="auto">
          <a:xfrm>
            <a:off x="0" y="0"/>
            <a:ext cx="9144000" cy="546100"/>
            <a:chOff x="0" y="0"/>
            <a:chExt cx="5760" cy="344"/>
          </a:xfrm>
        </p:grpSpPr>
        <p:sp>
          <p:nvSpPr>
            <p:cNvPr id="1033" name="Rectangle 5"/>
            <p:cNvSpPr>
              <a:spLocks noChangeArrowheads="1"/>
            </p:cNvSpPr>
            <p:nvPr/>
          </p:nvSpPr>
          <p:spPr bwMode="auto">
            <a:xfrm>
              <a:off x="0" y="0"/>
              <a:ext cx="180" cy="336"/>
            </a:xfrm>
            <a:prstGeom prst="rect">
              <a:avLst/>
            </a:prstGeom>
            <a:gradFill rotWithShape="0">
              <a:gsLst>
                <a:gs pos="0">
                  <a:schemeClr val="folHlink"/>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endParaRPr lang="en-US" sz="2400">
                <a:latin typeface="Times New Roman" panose="02020603050405020304" pitchFamily="18" charset="0"/>
              </a:endParaRPr>
            </a:p>
          </p:txBody>
        </p:sp>
        <p:sp>
          <p:nvSpPr>
            <p:cNvPr id="1034" name="Rectangle 6"/>
            <p:cNvSpPr>
              <a:spLocks noChangeArrowheads="1"/>
            </p:cNvSpPr>
            <p:nvPr/>
          </p:nvSpPr>
          <p:spPr bwMode="auto">
            <a:xfrm>
              <a:off x="260" y="85"/>
              <a:ext cx="5500" cy="173"/>
            </a:xfrm>
            <a:prstGeom prst="rect">
              <a:avLst/>
            </a:prstGeom>
            <a:gradFill rotWithShape="0">
              <a:gsLst>
                <a:gs pos="0">
                  <a:schemeClr val="bg2"/>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400">
                <a:latin typeface="Times New Roman" panose="02020603050405020304" pitchFamily="18" charset="0"/>
              </a:endParaRPr>
            </a:p>
          </p:txBody>
        </p:sp>
        <p:sp>
          <p:nvSpPr>
            <p:cNvPr id="1035" name="Rectangle 7"/>
            <p:cNvSpPr>
              <a:spLocks noChangeArrowheads="1"/>
            </p:cNvSpPr>
            <p:nvPr/>
          </p:nvSpPr>
          <p:spPr bwMode="auto">
            <a:xfrm>
              <a:off x="258" y="85"/>
              <a:ext cx="87" cy="89"/>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solidFill>
                  <a:schemeClr val="hlink"/>
                </a:solidFill>
              </a:endParaRPr>
            </a:p>
          </p:txBody>
        </p:sp>
        <p:sp>
          <p:nvSpPr>
            <p:cNvPr id="1036" name="Rectangle 8"/>
            <p:cNvSpPr>
              <a:spLocks noChangeArrowheads="1"/>
            </p:cNvSpPr>
            <p:nvPr/>
          </p:nvSpPr>
          <p:spPr bwMode="auto">
            <a:xfrm>
              <a:off x="345" y="0"/>
              <a:ext cx="88" cy="87"/>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solidFill>
                  <a:schemeClr val="hlink"/>
                </a:solidFill>
              </a:endParaRPr>
            </a:p>
          </p:txBody>
        </p:sp>
        <p:sp>
          <p:nvSpPr>
            <p:cNvPr id="1037" name="Rectangle 9"/>
            <p:cNvSpPr>
              <a:spLocks noChangeArrowheads="1"/>
            </p:cNvSpPr>
            <p:nvPr/>
          </p:nvSpPr>
          <p:spPr bwMode="auto">
            <a:xfrm>
              <a:off x="345" y="85"/>
              <a:ext cx="88" cy="89"/>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solidFill>
                  <a:schemeClr val="accent2"/>
                </a:solidFill>
              </a:endParaRPr>
            </a:p>
          </p:txBody>
        </p:sp>
        <p:sp>
          <p:nvSpPr>
            <p:cNvPr id="1038" name="Rectangle 10"/>
            <p:cNvSpPr>
              <a:spLocks noChangeArrowheads="1"/>
            </p:cNvSpPr>
            <p:nvPr/>
          </p:nvSpPr>
          <p:spPr bwMode="auto">
            <a:xfrm>
              <a:off x="173" y="173"/>
              <a:ext cx="86" cy="87"/>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solidFill>
                  <a:schemeClr val="hlink"/>
                </a:solidFill>
              </a:endParaRPr>
            </a:p>
          </p:txBody>
        </p:sp>
        <p:sp>
          <p:nvSpPr>
            <p:cNvPr id="1039" name="Rectangle 11"/>
            <p:cNvSpPr>
              <a:spLocks noChangeArrowheads="1"/>
            </p:cNvSpPr>
            <p:nvPr/>
          </p:nvSpPr>
          <p:spPr bwMode="auto">
            <a:xfrm>
              <a:off x="83" y="86"/>
              <a:ext cx="89" cy="87"/>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sz="2400">
                <a:latin typeface="Times New Roman" panose="02020603050405020304" pitchFamily="18" charset="0"/>
              </a:endParaRPr>
            </a:p>
          </p:txBody>
        </p:sp>
        <p:sp>
          <p:nvSpPr>
            <p:cNvPr id="1040" name="Rectangle 12"/>
            <p:cNvSpPr>
              <a:spLocks noChangeArrowheads="1"/>
            </p:cNvSpPr>
            <p:nvPr/>
          </p:nvSpPr>
          <p:spPr bwMode="auto">
            <a:xfrm>
              <a:off x="258" y="171"/>
              <a:ext cx="87" cy="87"/>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solidFill>
                  <a:schemeClr val="accent2"/>
                </a:solidFill>
              </a:endParaRPr>
            </a:p>
          </p:txBody>
        </p:sp>
        <p:sp>
          <p:nvSpPr>
            <p:cNvPr id="1041" name="Rectangle 13"/>
            <p:cNvSpPr>
              <a:spLocks noChangeArrowheads="1"/>
            </p:cNvSpPr>
            <p:nvPr/>
          </p:nvSpPr>
          <p:spPr bwMode="auto">
            <a:xfrm>
              <a:off x="173" y="258"/>
              <a:ext cx="86" cy="86"/>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solidFill>
                  <a:schemeClr val="accent2"/>
                </a:solidFill>
              </a:endParaRPr>
            </a:p>
          </p:txBody>
        </p:sp>
      </p:grpSp>
      <p:sp>
        <p:nvSpPr>
          <p:cNvPr id="1029" name="Rectangle 14"/>
          <p:cNvSpPr>
            <a:spLocks noGrp="1" noChangeArrowheads="1"/>
          </p:cNvSpPr>
          <p:nvPr>
            <p:ph type="title"/>
          </p:nvPr>
        </p:nvSpPr>
        <p:spPr bwMode="auto">
          <a:xfrm>
            <a:off x="457200" y="457200"/>
            <a:ext cx="8229600" cy="137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ru-RU"/>
              <a:t>Click to edit Master title style</a:t>
            </a:r>
          </a:p>
        </p:txBody>
      </p:sp>
      <p:sp>
        <p:nvSpPr>
          <p:cNvPr id="1030" name="Rectangle 15"/>
          <p:cNvSpPr>
            <a:spLocks noGrp="1" noChangeArrowheads="1"/>
          </p:cNvSpPr>
          <p:nvPr>
            <p:ph type="body" idx="1"/>
          </p:nvPr>
        </p:nvSpPr>
        <p:spPr bwMode="auto">
          <a:xfrm>
            <a:off x="457200" y="1981200"/>
            <a:ext cx="8229600" cy="3886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ru-RU"/>
              <a:t>Click to edit Master text styles</a:t>
            </a:r>
          </a:p>
          <a:p>
            <a:pPr lvl="1"/>
            <a:r>
              <a:rPr lang="ru-RU"/>
              <a:t>Second level</a:t>
            </a:r>
          </a:p>
          <a:p>
            <a:pPr lvl="2"/>
            <a:r>
              <a:rPr lang="ru-RU"/>
              <a:t>Third level</a:t>
            </a:r>
          </a:p>
          <a:p>
            <a:pPr lvl="3"/>
            <a:r>
              <a:rPr lang="ru-RU"/>
              <a:t>Fourth level</a:t>
            </a:r>
          </a:p>
          <a:p>
            <a:pPr lvl="4"/>
            <a:r>
              <a:rPr lang="ru-RU"/>
              <a:t>Fifth level</a:t>
            </a:r>
          </a:p>
        </p:txBody>
      </p:sp>
      <p:sp>
        <p:nvSpPr>
          <p:cNvPr id="114704" name="Rectangle 16"/>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Arial" charset="0"/>
              </a:defRPr>
            </a:lvl1pPr>
          </a:lstStyle>
          <a:p>
            <a:pPr>
              <a:defRPr/>
            </a:pPr>
            <a:endParaRPr lang="ru-RU"/>
          </a:p>
        </p:txBody>
      </p:sp>
      <p:pic>
        <p:nvPicPr>
          <p:cNvPr id="1032" name="Picture 17" descr="PP_WIUT_Attachment"/>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7524750" cy="638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819" r:id="rId1"/>
    <p:sldLayoutId id="2147483808" r:id="rId2"/>
    <p:sldLayoutId id="2147483809" r:id="rId3"/>
    <p:sldLayoutId id="2147483810" r:id="rId4"/>
    <p:sldLayoutId id="2147483811" r:id="rId5"/>
    <p:sldLayoutId id="2147483812" r:id="rId6"/>
    <p:sldLayoutId id="2147483813" r:id="rId7"/>
    <p:sldLayoutId id="2147483814" r:id="rId8"/>
    <p:sldLayoutId id="2147483815" r:id="rId9"/>
    <p:sldLayoutId id="2147483816" r:id="rId10"/>
    <p:sldLayoutId id="2147483817" r:id="rId11"/>
    <p:sldLayoutId id="2147483818" r:id="rId12"/>
  </p:sldLayoutIdLst>
  <p:hf sldNum="0" hdr="0" dt="0"/>
  <p:txStyles>
    <p:titleStyle>
      <a:lvl1pPr algn="l" rtl="0" eaLnBrk="0" fontAlgn="base" hangingPunct="0">
        <a:spcBef>
          <a:spcPct val="0"/>
        </a:spcBef>
        <a:spcAft>
          <a:spcPct val="0"/>
        </a:spcAft>
        <a:defRPr sz="4400">
          <a:solidFill>
            <a:schemeClr val="tx1"/>
          </a:solidFill>
          <a:latin typeface="+mj-lt"/>
          <a:ea typeface="+mj-ea"/>
          <a:cs typeface="+mj-cs"/>
        </a:defRPr>
      </a:lvl1pPr>
      <a:lvl2pPr algn="l" rtl="0" eaLnBrk="0" fontAlgn="base" hangingPunct="0">
        <a:spcBef>
          <a:spcPct val="0"/>
        </a:spcBef>
        <a:spcAft>
          <a:spcPct val="0"/>
        </a:spcAft>
        <a:defRPr sz="4400">
          <a:solidFill>
            <a:schemeClr val="tx1"/>
          </a:solidFill>
          <a:latin typeface="Arial" charset="0"/>
        </a:defRPr>
      </a:lvl2pPr>
      <a:lvl3pPr algn="l" rtl="0" eaLnBrk="0" fontAlgn="base" hangingPunct="0">
        <a:spcBef>
          <a:spcPct val="0"/>
        </a:spcBef>
        <a:spcAft>
          <a:spcPct val="0"/>
        </a:spcAft>
        <a:defRPr sz="4400">
          <a:solidFill>
            <a:schemeClr val="tx1"/>
          </a:solidFill>
          <a:latin typeface="Arial" charset="0"/>
        </a:defRPr>
      </a:lvl3pPr>
      <a:lvl4pPr algn="l" rtl="0" eaLnBrk="0" fontAlgn="base" hangingPunct="0">
        <a:spcBef>
          <a:spcPct val="0"/>
        </a:spcBef>
        <a:spcAft>
          <a:spcPct val="0"/>
        </a:spcAft>
        <a:defRPr sz="4400">
          <a:solidFill>
            <a:schemeClr val="tx1"/>
          </a:solidFill>
          <a:latin typeface="Arial" charset="0"/>
        </a:defRPr>
      </a:lvl4pPr>
      <a:lvl5pPr algn="l" rtl="0" eaLnBrk="0" fontAlgn="base" hangingPunct="0">
        <a:spcBef>
          <a:spcPct val="0"/>
        </a:spcBef>
        <a:spcAft>
          <a:spcPct val="0"/>
        </a:spcAft>
        <a:defRPr sz="4400">
          <a:solidFill>
            <a:schemeClr val="tx1"/>
          </a:solidFill>
          <a:latin typeface="Arial" charset="0"/>
        </a:defRPr>
      </a:lvl5pPr>
      <a:lvl6pPr marL="457200" algn="l" rtl="0" fontAlgn="base">
        <a:spcBef>
          <a:spcPct val="0"/>
        </a:spcBef>
        <a:spcAft>
          <a:spcPct val="0"/>
        </a:spcAft>
        <a:defRPr sz="4400">
          <a:solidFill>
            <a:schemeClr val="tx1"/>
          </a:solidFill>
          <a:latin typeface="Arial" charset="0"/>
        </a:defRPr>
      </a:lvl6pPr>
      <a:lvl7pPr marL="914400" algn="l" rtl="0" fontAlgn="base">
        <a:spcBef>
          <a:spcPct val="0"/>
        </a:spcBef>
        <a:spcAft>
          <a:spcPct val="0"/>
        </a:spcAft>
        <a:defRPr sz="4400">
          <a:solidFill>
            <a:schemeClr val="tx1"/>
          </a:solidFill>
          <a:latin typeface="Arial" charset="0"/>
        </a:defRPr>
      </a:lvl7pPr>
      <a:lvl8pPr marL="1371600" algn="l" rtl="0" fontAlgn="base">
        <a:spcBef>
          <a:spcPct val="0"/>
        </a:spcBef>
        <a:spcAft>
          <a:spcPct val="0"/>
        </a:spcAft>
        <a:defRPr sz="4400">
          <a:solidFill>
            <a:schemeClr val="tx1"/>
          </a:solidFill>
          <a:latin typeface="Arial" charset="0"/>
        </a:defRPr>
      </a:lvl8pPr>
      <a:lvl9pPr marL="1828800" algn="l" rtl="0" fontAlgn="base">
        <a:spcBef>
          <a:spcPct val="0"/>
        </a:spcBef>
        <a:spcAft>
          <a:spcPct val="0"/>
        </a:spcAft>
        <a:defRPr sz="4400">
          <a:solidFill>
            <a:schemeClr val="tx1"/>
          </a:solidFill>
          <a:latin typeface="Arial" charset="0"/>
        </a:defRPr>
      </a:lvl9pPr>
    </p:titleStyle>
    <p:bodyStyle>
      <a:lvl1pPr marL="342900" indent="-342900" algn="l" rtl="0" eaLnBrk="0" fontAlgn="base" hangingPunct="0">
        <a:spcBef>
          <a:spcPct val="20000"/>
        </a:spcBef>
        <a:spcAft>
          <a:spcPct val="0"/>
        </a:spcAft>
        <a:buClr>
          <a:schemeClr val="bg2"/>
        </a:buClr>
        <a:buSzPct val="75000"/>
        <a:buFont typeface="Wingdings" panose="05000000000000000000" pitchFamily="2" charset="2"/>
        <a:buChar char="n"/>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2"/>
        </a:buClr>
        <a:buSzPct val="80000"/>
        <a:buFont typeface="Wingdings" panose="05000000000000000000" pitchFamily="2" charset="2"/>
        <a:buChar char="¨"/>
        <a:defRPr sz="2800">
          <a:solidFill>
            <a:schemeClr val="tx1"/>
          </a:solidFill>
          <a:latin typeface="+mn-lt"/>
        </a:defRPr>
      </a:lvl2pPr>
      <a:lvl3pPr marL="1143000" indent="-228600" algn="l" rtl="0" eaLnBrk="0" fontAlgn="base" hangingPunct="0">
        <a:spcBef>
          <a:spcPct val="20000"/>
        </a:spcBef>
        <a:spcAft>
          <a:spcPct val="0"/>
        </a:spcAft>
        <a:buClr>
          <a:schemeClr val="bg2"/>
        </a:buClr>
        <a:buSzPct val="65000"/>
        <a:buFont typeface="Wingdings" panose="05000000000000000000" pitchFamily="2" charset="2"/>
        <a:buChar char="n"/>
        <a:defRPr sz="2400">
          <a:solidFill>
            <a:schemeClr val="tx1"/>
          </a:solidFill>
          <a:latin typeface="+mn-lt"/>
        </a:defRPr>
      </a:lvl3pPr>
      <a:lvl4pPr marL="1600200" indent="-228600" algn="l" rtl="0" eaLnBrk="0" fontAlgn="base" hangingPunct="0">
        <a:spcBef>
          <a:spcPct val="20000"/>
        </a:spcBef>
        <a:spcAft>
          <a:spcPct val="0"/>
        </a:spcAft>
        <a:buClr>
          <a:schemeClr val="accent2"/>
        </a:buClr>
        <a:buSzPct val="70000"/>
        <a:buFont typeface="Wingdings" panose="05000000000000000000" pitchFamily="2" charset="2"/>
        <a:buChar char="¨"/>
        <a:defRPr sz="2000">
          <a:solidFill>
            <a:schemeClr val="tx1"/>
          </a:solidFill>
          <a:latin typeface="+mn-lt"/>
        </a:defRPr>
      </a:lvl4pPr>
      <a:lvl5pPr marL="2057400" indent="-228600" algn="l" rtl="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mn-lt"/>
        </a:defRPr>
      </a:lvl5pPr>
      <a:lvl6pPr marL="2514600" indent="-228600" algn="l" rtl="0" fontAlgn="base">
        <a:spcBef>
          <a:spcPct val="20000"/>
        </a:spcBef>
        <a:spcAft>
          <a:spcPct val="0"/>
        </a:spcAft>
        <a:buClr>
          <a:schemeClr val="bg2"/>
        </a:buClr>
        <a:buFont typeface="Wingdings" pitchFamily="2" charset="2"/>
        <a:buChar char="§"/>
        <a:defRPr sz="2000">
          <a:solidFill>
            <a:schemeClr val="tx1"/>
          </a:solidFill>
          <a:latin typeface="+mn-lt"/>
        </a:defRPr>
      </a:lvl6pPr>
      <a:lvl7pPr marL="2971800" indent="-228600" algn="l" rtl="0" fontAlgn="base">
        <a:spcBef>
          <a:spcPct val="20000"/>
        </a:spcBef>
        <a:spcAft>
          <a:spcPct val="0"/>
        </a:spcAft>
        <a:buClr>
          <a:schemeClr val="bg2"/>
        </a:buClr>
        <a:buFont typeface="Wingdings" pitchFamily="2" charset="2"/>
        <a:buChar char="§"/>
        <a:defRPr sz="2000">
          <a:solidFill>
            <a:schemeClr val="tx1"/>
          </a:solidFill>
          <a:latin typeface="+mn-lt"/>
        </a:defRPr>
      </a:lvl7pPr>
      <a:lvl8pPr marL="3429000" indent="-228600" algn="l" rtl="0" fontAlgn="base">
        <a:spcBef>
          <a:spcPct val="20000"/>
        </a:spcBef>
        <a:spcAft>
          <a:spcPct val="0"/>
        </a:spcAft>
        <a:buClr>
          <a:schemeClr val="bg2"/>
        </a:buClr>
        <a:buFont typeface="Wingdings" pitchFamily="2" charset="2"/>
        <a:buChar char="§"/>
        <a:defRPr sz="2000">
          <a:solidFill>
            <a:schemeClr val="tx1"/>
          </a:solidFill>
          <a:latin typeface="+mn-lt"/>
        </a:defRPr>
      </a:lvl8pPr>
      <a:lvl9pPr marL="3886200" indent="-228600" algn="l" rtl="0" fontAlgn="base">
        <a:spcBef>
          <a:spcPct val="20000"/>
        </a:spcBef>
        <a:spcAft>
          <a:spcPct val="0"/>
        </a:spcAft>
        <a:buClr>
          <a:schemeClr val="bg2"/>
        </a:buClr>
        <a:buFont typeface="Wingdings" pitchFamily="2" charset="2"/>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ctrTitle"/>
          </p:nvPr>
        </p:nvSpPr>
        <p:spPr>
          <a:xfrm>
            <a:off x="2916238" y="1828800"/>
            <a:ext cx="6075362" cy="2209800"/>
          </a:xfrm>
        </p:spPr>
        <p:txBody>
          <a:bodyPr/>
          <a:lstStyle/>
          <a:p>
            <a:pPr eaLnBrk="1" hangingPunct="1"/>
            <a:r>
              <a:rPr lang="en-US" sz="4600" dirty="0"/>
              <a:t>Introduction to Data Structures and Algorithms</a:t>
            </a:r>
            <a:endParaRPr lang="ru-RU" sz="4600" dirty="0"/>
          </a:p>
        </p:txBody>
      </p:sp>
      <p:sp>
        <p:nvSpPr>
          <p:cNvPr id="5123" name="Rectangle 3"/>
          <p:cNvSpPr>
            <a:spLocks noGrp="1" noChangeArrowheads="1"/>
          </p:cNvSpPr>
          <p:nvPr>
            <p:ph type="subTitle" idx="1"/>
          </p:nvPr>
        </p:nvSpPr>
        <p:spPr/>
        <p:txBody>
          <a:bodyPr/>
          <a:lstStyle/>
          <a:p>
            <a:pPr eaLnBrk="1" hangingPunct="1"/>
            <a:r>
              <a:rPr lang="en-US" dirty="0"/>
              <a:t>Lecture 13</a:t>
            </a:r>
            <a:endParaRPr lang="ru-RU"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US"/>
              <a:t>Objectives</a:t>
            </a:r>
          </a:p>
        </p:txBody>
      </p:sp>
      <p:sp>
        <p:nvSpPr>
          <p:cNvPr id="7171" name="Rectangle 3"/>
          <p:cNvSpPr>
            <a:spLocks noGrp="1" noChangeArrowheads="1"/>
          </p:cNvSpPr>
          <p:nvPr>
            <p:ph type="body" idx="1"/>
          </p:nvPr>
        </p:nvSpPr>
        <p:spPr/>
        <p:txBody>
          <a:bodyPr/>
          <a:lstStyle/>
          <a:p>
            <a:pPr eaLnBrk="1" hangingPunct="1"/>
            <a:r>
              <a:rPr lang="en-US" dirty="0"/>
              <a:t>Data Structures</a:t>
            </a:r>
          </a:p>
          <a:p>
            <a:pPr eaLnBrk="1" hangingPunct="1"/>
            <a:r>
              <a:rPr lang="en-US" dirty="0"/>
              <a:t>Algorithms</a:t>
            </a:r>
          </a:p>
          <a:p>
            <a:pPr eaLnBrk="1" hangingPunct="1"/>
            <a:r>
              <a:rPr lang="en-US" dirty="0"/>
              <a:t>Understand data types</a:t>
            </a:r>
          </a:p>
          <a:p>
            <a:pPr eaLnBrk="1" hangingPunct="1"/>
            <a:r>
              <a:rPr lang="en-US" dirty="0"/>
              <a:t>Understand the role of classes</a:t>
            </a:r>
          </a:p>
          <a:p>
            <a:pPr eaLnBrk="1" hangingPunct="1"/>
            <a:r>
              <a:rPr lang="en-US" dirty="0"/>
              <a:t>Understand objects</a:t>
            </a:r>
          </a:p>
          <a:p>
            <a:pPr eaLnBrk="1" hangingPunct="1"/>
            <a:r>
              <a:rPr lang="en-US" dirty="0"/>
              <a:t>Learn C#.NET class Syntax</a:t>
            </a:r>
          </a:p>
          <a:p>
            <a:pPr eaLnBrk="1" hangingPunct="1">
              <a:buFont typeface="Wingdings" panose="05000000000000000000" pitchFamily="2" charset="2"/>
              <a:buNone/>
            </a:pP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dirty="0"/>
              <a:t>Data structure</a:t>
            </a:r>
          </a:p>
        </p:txBody>
      </p:sp>
      <p:sp>
        <p:nvSpPr>
          <p:cNvPr id="9219" name="Content Placeholder 12"/>
          <p:cNvSpPr>
            <a:spLocks noGrp="1"/>
          </p:cNvSpPr>
          <p:nvPr>
            <p:ph idx="1"/>
          </p:nvPr>
        </p:nvSpPr>
        <p:spPr>
          <a:xfrm>
            <a:off x="457200" y="1981200"/>
            <a:ext cx="8579296" cy="3886200"/>
          </a:xfrm>
        </p:spPr>
        <p:txBody>
          <a:bodyPr/>
          <a:lstStyle/>
          <a:p>
            <a:r>
              <a:rPr lang="en-US" dirty="0"/>
              <a:t>Data structure – method to store information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US" dirty="0"/>
              <a:t>Algorithms</a:t>
            </a:r>
            <a:endParaRPr lang="ru-RU" dirty="0"/>
          </a:p>
        </p:txBody>
      </p:sp>
      <p:sp>
        <p:nvSpPr>
          <p:cNvPr id="11267" name="Content Placeholder 12"/>
          <p:cNvSpPr>
            <a:spLocks noGrp="1"/>
          </p:cNvSpPr>
          <p:nvPr>
            <p:ph idx="1"/>
          </p:nvPr>
        </p:nvSpPr>
        <p:spPr/>
        <p:txBody>
          <a:bodyPr/>
          <a:lstStyle/>
          <a:p>
            <a:pPr>
              <a:buNone/>
            </a:pPr>
            <a:r>
              <a:rPr lang="en-US" dirty="0"/>
              <a:t>Algorithm – method for solving a problem</a:t>
            </a:r>
          </a:p>
          <a:p>
            <a:pPr>
              <a:buNone/>
            </a:pPr>
            <a:endParaRPr lang="en-US" dirty="0"/>
          </a:p>
          <a:p>
            <a:pPr>
              <a:buNone/>
            </a:pPr>
            <a:r>
              <a:rPr lang="en-US" dirty="0"/>
              <a:t>Algorithm – a process or set of rules to be followed in calculations or other problem-solving operations</a:t>
            </a:r>
          </a:p>
          <a:p>
            <a:pPr>
              <a:buNone/>
            </a:pP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en-US" dirty="0"/>
              <a:t>Algorithms</a:t>
            </a:r>
            <a:endParaRPr lang="ru-RU" dirty="0"/>
          </a:p>
        </p:txBody>
      </p:sp>
      <p:sp>
        <p:nvSpPr>
          <p:cNvPr id="15363" name="Content Placeholder 12"/>
          <p:cNvSpPr>
            <a:spLocks noGrp="1"/>
          </p:cNvSpPr>
          <p:nvPr>
            <p:ph idx="1"/>
          </p:nvPr>
        </p:nvSpPr>
        <p:spPr/>
        <p:txBody>
          <a:bodyPr/>
          <a:lstStyle/>
          <a:p>
            <a:pPr>
              <a:buNone/>
            </a:pPr>
            <a:r>
              <a:rPr lang="en-US" dirty="0"/>
              <a:t>Algorithms are at the heart of computing. Any system, be it software or hardware, will have algorithms (and data structures) as its basic building blocks. </a:t>
            </a:r>
          </a:p>
          <a:p>
            <a:pPr>
              <a:buNone/>
            </a:pPr>
            <a:r>
              <a:rPr lang="en-US" sz="1400" dirty="0"/>
              <a:t>Schneider F.B. Rodd M (</a:t>
            </a:r>
            <a:r>
              <a:rPr lang="en-US" sz="1400" dirty="0" err="1"/>
              <a:t>Eds</a:t>
            </a:r>
            <a:r>
              <a:rPr lang="en-US" sz="1400" dirty="0"/>
              <a:t>)</a:t>
            </a:r>
          </a:p>
          <a:p>
            <a:pPr>
              <a:buNone/>
            </a:pPr>
            <a:r>
              <a:rPr lang="en-US" sz="1400" dirty="0"/>
              <a:t>‘International Review of UK Research in Computer Science’, (2001) </a:t>
            </a:r>
          </a:p>
          <a:p>
            <a:pPr>
              <a:buNone/>
            </a:pPr>
            <a:r>
              <a:rPr lang="en-US" sz="1400" dirty="0"/>
              <a:t>http://www.iee.org/policy/csreport/cs_report.pdf</a:t>
            </a:r>
          </a:p>
          <a:p>
            <a:pPr>
              <a:buFont typeface="Wingdings" panose="05000000000000000000" pitchFamily="2" charset="2"/>
              <a:buNone/>
            </a:pP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en-US" dirty="0">
                <a:solidFill>
                  <a:srgbClr val="122A2C"/>
                </a:solidFill>
              </a:rPr>
              <a:t>Why study Algorithms?</a:t>
            </a:r>
            <a:endParaRPr lang="ru-RU" dirty="0"/>
          </a:p>
        </p:txBody>
      </p:sp>
      <p:sp>
        <p:nvSpPr>
          <p:cNvPr id="17411" name="Content Placeholder 12"/>
          <p:cNvSpPr>
            <a:spLocks noGrp="1"/>
          </p:cNvSpPr>
          <p:nvPr>
            <p:ph idx="1"/>
          </p:nvPr>
        </p:nvSpPr>
        <p:spPr>
          <a:xfrm>
            <a:off x="457200" y="1981200"/>
            <a:ext cx="8229600" cy="3886200"/>
          </a:xfrm>
        </p:spPr>
        <p:txBody>
          <a:bodyPr/>
          <a:lstStyle/>
          <a:p>
            <a:pPr>
              <a:buNone/>
            </a:pPr>
            <a:r>
              <a:rPr lang="en-US" sz="2800" dirty="0"/>
              <a:t>If you know about available algorithms you can:</a:t>
            </a:r>
          </a:p>
          <a:p>
            <a:pPr lvl="1"/>
            <a:r>
              <a:rPr lang="en-US" dirty="0"/>
              <a:t>avoid re-inventing the wheel</a:t>
            </a:r>
          </a:p>
          <a:p>
            <a:pPr lvl="1"/>
            <a:r>
              <a:rPr lang="en-US" dirty="0"/>
              <a:t>select best algorithm based on information on complexity for different tasks</a:t>
            </a:r>
          </a:p>
          <a:p>
            <a:pPr lvl="1"/>
            <a:r>
              <a:rPr lang="en-US" dirty="0"/>
              <a:t>develop new algorithms more easily</a:t>
            </a:r>
          </a:p>
          <a:p>
            <a:pPr lvl="1"/>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en-US" dirty="0"/>
              <a:t>Algorithms</a:t>
            </a:r>
            <a:endParaRPr lang="ru-RU" dirty="0"/>
          </a:p>
        </p:txBody>
      </p:sp>
      <p:sp>
        <p:nvSpPr>
          <p:cNvPr id="19459" name="Content Placeholder 12"/>
          <p:cNvSpPr>
            <a:spLocks noGrp="1"/>
          </p:cNvSpPr>
          <p:nvPr>
            <p:ph idx="1"/>
          </p:nvPr>
        </p:nvSpPr>
        <p:spPr/>
        <p:txBody>
          <a:bodyPr/>
          <a:lstStyle/>
          <a:p>
            <a:r>
              <a:rPr lang="en-US" dirty="0"/>
              <a:t>Web searching</a:t>
            </a:r>
          </a:p>
          <a:p>
            <a:r>
              <a:rPr lang="en-US" dirty="0"/>
              <a:t>Human genome project</a:t>
            </a:r>
          </a:p>
          <a:p>
            <a:r>
              <a:rPr lang="en-US" dirty="0"/>
              <a:t>Airline crew scheduling</a:t>
            </a:r>
          </a:p>
          <a:p>
            <a:r>
              <a:rPr lang="en-US" dirty="0"/>
              <a:t>GPS navigation</a:t>
            </a:r>
          </a:p>
          <a:p>
            <a:r>
              <a:rPr lang="en-US" dirty="0"/>
              <a:t>Financial prediction systems</a:t>
            </a:r>
          </a:p>
          <a:p>
            <a:r>
              <a:rPr lang="en-US" dirty="0"/>
              <a:t>Timetabling</a:t>
            </a:r>
          </a:p>
          <a:p>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en-US" dirty="0"/>
              <a:t>			Books</a:t>
            </a:r>
            <a:endParaRPr lang="ru-RU" dirty="0"/>
          </a:p>
        </p:txBody>
      </p:sp>
      <p:pic>
        <p:nvPicPr>
          <p:cNvPr id="7"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655" y="2564904"/>
            <a:ext cx="2438400" cy="313531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Picture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90947" y="2461717"/>
            <a:ext cx="2449513" cy="32385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3" name="Content Placeholder 2">
            <a:extLst>
              <a:ext uri="{FF2B5EF4-FFF2-40B4-BE49-F238E27FC236}">
                <a16:creationId xmlns:a16="http://schemas.microsoft.com/office/drawing/2014/main" id="{D71520B6-1F51-421E-A65D-4BEE9DD25D81}"/>
              </a:ext>
            </a:extLst>
          </p:cNvPr>
          <p:cNvSpPr>
            <a:spLocks noGrp="1"/>
          </p:cNvSpPr>
          <p:nvPr>
            <p:ph idx="1"/>
          </p:nvPr>
        </p:nvSpPr>
        <p:spPr/>
        <p:txBody>
          <a:bodyPr/>
          <a:lstStyle/>
          <a:p>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dirty="0"/>
              <a:t>Data type</a:t>
            </a:r>
          </a:p>
        </p:txBody>
      </p:sp>
      <p:sp>
        <p:nvSpPr>
          <p:cNvPr id="9219" name="Content Placeholder 12"/>
          <p:cNvSpPr>
            <a:spLocks noGrp="1"/>
          </p:cNvSpPr>
          <p:nvPr>
            <p:ph idx="1"/>
          </p:nvPr>
        </p:nvSpPr>
        <p:spPr>
          <a:xfrm>
            <a:off x="457200" y="1981200"/>
            <a:ext cx="8579296" cy="3886200"/>
          </a:xfrm>
        </p:spPr>
        <p:txBody>
          <a:bodyPr/>
          <a:lstStyle/>
          <a:p>
            <a:r>
              <a:rPr lang="en-US" dirty="0"/>
              <a:t>A definition of a set of data that specifies the possible range of values of the set, the operations that can be performed on the values, and the way in which the values are stored in memory. </a:t>
            </a:r>
          </a:p>
        </p:txBody>
      </p:sp>
    </p:spTree>
    <p:extLst>
      <p:ext uri="{BB962C8B-B14F-4D97-AF65-F5344CB8AC3E}">
        <p14:creationId xmlns:p14="http://schemas.microsoft.com/office/powerpoint/2010/main" val="4211643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dirty="0"/>
              <a:t>Data type</a:t>
            </a:r>
          </a:p>
        </p:txBody>
      </p:sp>
      <p:sp>
        <p:nvSpPr>
          <p:cNvPr id="9219" name="Content Placeholder 12"/>
          <p:cNvSpPr>
            <a:spLocks noGrp="1"/>
          </p:cNvSpPr>
          <p:nvPr>
            <p:ph idx="1"/>
          </p:nvPr>
        </p:nvSpPr>
        <p:spPr>
          <a:xfrm>
            <a:off x="457200" y="1981200"/>
            <a:ext cx="8579296" cy="3886200"/>
          </a:xfrm>
        </p:spPr>
        <p:txBody>
          <a:bodyPr/>
          <a:lstStyle/>
          <a:p>
            <a:r>
              <a:rPr lang="en-US" dirty="0"/>
              <a:t>In programming languages a data type defines a set of values and the allowable operations on those values </a:t>
            </a:r>
            <a:r>
              <a:rPr lang="en-US" sz="1600" dirty="0"/>
              <a:t>(http://en.wikipedia.org/wiki/Data_type)</a:t>
            </a:r>
          </a:p>
        </p:txBody>
      </p:sp>
    </p:spTree>
    <p:extLst>
      <p:ext uri="{BB962C8B-B14F-4D97-AF65-F5344CB8AC3E}">
        <p14:creationId xmlns:p14="http://schemas.microsoft.com/office/powerpoint/2010/main" val="15081325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dirty="0"/>
              <a:t>Data types</a:t>
            </a:r>
          </a:p>
        </p:txBody>
      </p:sp>
      <p:sp>
        <p:nvSpPr>
          <p:cNvPr id="9219" name="Content Placeholder 12"/>
          <p:cNvSpPr>
            <a:spLocks noGrp="1"/>
          </p:cNvSpPr>
          <p:nvPr>
            <p:ph idx="1"/>
          </p:nvPr>
        </p:nvSpPr>
        <p:spPr>
          <a:xfrm>
            <a:off x="457200" y="1981200"/>
            <a:ext cx="8579296" cy="3886200"/>
          </a:xfrm>
        </p:spPr>
        <p:txBody>
          <a:bodyPr/>
          <a:lstStyle/>
          <a:p>
            <a:r>
              <a:rPr lang="en-US" dirty="0"/>
              <a:t>Integer </a:t>
            </a:r>
          </a:p>
          <a:p>
            <a:pPr lvl="1"/>
            <a:r>
              <a:rPr lang="en-US" dirty="0"/>
              <a:t>Operations: +, - , *, /</a:t>
            </a:r>
          </a:p>
          <a:p>
            <a:r>
              <a:rPr lang="en-US" dirty="0"/>
              <a:t>String </a:t>
            </a:r>
          </a:p>
          <a:p>
            <a:pPr lvl="1"/>
            <a:r>
              <a:rPr lang="en-US" dirty="0"/>
              <a:t>Operations: Substring(), Trim()</a:t>
            </a:r>
          </a:p>
          <a:p>
            <a:r>
              <a:rPr lang="en-US" dirty="0" err="1"/>
              <a:t>DateTime</a:t>
            </a:r>
            <a:r>
              <a:rPr lang="en-US" dirty="0"/>
              <a:t> </a:t>
            </a:r>
          </a:p>
          <a:p>
            <a:pPr lvl="1"/>
            <a:r>
              <a:rPr lang="en-US" dirty="0"/>
              <a:t>Operations: </a:t>
            </a:r>
            <a:r>
              <a:rPr lang="en-US" dirty="0" err="1"/>
              <a:t>AddDays</a:t>
            </a:r>
            <a:r>
              <a:rPr lang="en-US" dirty="0"/>
              <a:t>(), </a:t>
            </a:r>
            <a:r>
              <a:rPr lang="en-US" dirty="0" err="1"/>
              <a:t>AddYears</a:t>
            </a:r>
            <a:r>
              <a:rPr lang="en-US" dirty="0"/>
              <a:t>()</a:t>
            </a:r>
          </a:p>
        </p:txBody>
      </p:sp>
    </p:spTree>
    <p:extLst>
      <p:ext uri="{BB962C8B-B14F-4D97-AF65-F5344CB8AC3E}">
        <p14:creationId xmlns:p14="http://schemas.microsoft.com/office/powerpoint/2010/main" val="16407111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US" dirty="0"/>
              <a:t>What is a class?</a:t>
            </a:r>
            <a:endParaRPr lang="ru-RU" dirty="0"/>
          </a:p>
        </p:txBody>
      </p:sp>
      <p:sp>
        <p:nvSpPr>
          <p:cNvPr id="11267" name="Content Placeholder 12"/>
          <p:cNvSpPr>
            <a:spLocks noGrp="1"/>
          </p:cNvSpPr>
          <p:nvPr>
            <p:ph idx="1"/>
          </p:nvPr>
        </p:nvSpPr>
        <p:spPr/>
        <p:txBody>
          <a:bodyPr/>
          <a:lstStyle/>
          <a:p>
            <a:r>
              <a:rPr lang="en-US" dirty="0"/>
              <a:t>One of the primary uses of OOP is to develop user-defined data types.</a:t>
            </a:r>
          </a:p>
          <a:p>
            <a:r>
              <a:rPr lang="en-US" dirty="0"/>
              <a:t>Class is a user defined Data type.</a:t>
            </a:r>
          </a:p>
          <a:p>
            <a:pPr>
              <a:buNone/>
            </a:pPr>
            <a:endParaRPr lang="en-US" dirty="0"/>
          </a:p>
        </p:txBody>
      </p:sp>
    </p:spTree>
    <p:extLst>
      <p:ext uri="{BB962C8B-B14F-4D97-AF65-F5344CB8AC3E}">
        <p14:creationId xmlns:p14="http://schemas.microsoft.com/office/powerpoint/2010/main" val="1093275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en-US" dirty="0"/>
              <a:t>What is </a:t>
            </a:r>
            <a:r>
              <a:rPr lang="en-US"/>
              <a:t>an Object?</a:t>
            </a:r>
            <a:endParaRPr lang="ru-RU" dirty="0"/>
          </a:p>
        </p:txBody>
      </p:sp>
      <p:sp>
        <p:nvSpPr>
          <p:cNvPr id="15363" name="Content Placeholder 12"/>
          <p:cNvSpPr>
            <a:spLocks noGrp="1"/>
          </p:cNvSpPr>
          <p:nvPr>
            <p:ph idx="1"/>
          </p:nvPr>
        </p:nvSpPr>
        <p:spPr/>
        <p:txBody>
          <a:bodyPr/>
          <a:lstStyle/>
          <a:p>
            <a:r>
              <a:rPr lang="en-US" dirty="0"/>
              <a:t>Object is an instance of a class</a:t>
            </a:r>
          </a:p>
          <a:p>
            <a:r>
              <a:rPr lang="en-US" dirty="0"/>
              <a:t>In other words you create an object by declaring a variable of a particular class type.</a:t>
            </a:r>
          </a:p>
          <a:p>
            <a:pPr>
              <a:buFont typeface="Wingdings" panose="05000000000000000000" pitchFamily="2" charset="2"/>
              <a:buNone/>
            </a:pPr>
            <a:endParaRPr lang="en-US" dirty="0"/>
          </a:p>
        </p:txBody>
      </p:sp>
    </p:spTree>
    <p:extLst>
      <p:ext uri="{BB962C8B-B14F-4D97-AF65-F5344CB8AC3E}">
        <p14:creationId xmlns:p14="http://schemas.microsoft.com/office/powerpoint/2010/main" val="24676963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en-US" dirty="0"/>
              <a:t>Classes in C#.NET</a:t>
            </a:r>
            <a:endParaRPr lang="ru-RU" dirty="0"/>
          </a:p>
        </p:txBody>
      </p:sp>
      <p:sp>
        <p:nvSpPr>
          <p:cNvPr id="19459" name="Content Placeholder 12"/>
          <p:cNvSpPr>
            <a:spLocks noGrp="1"/>
          </p:cNvSpPr>
          <p:nvPr>
            <p:ph idx="1"/>
          </p:nvPr>
        </p:nvSpPr>
        <p:spPr>
          <a:xfrm>
            <a:off x="457200" y="1981200"/>
            <a:ext cx="8229600" cy="4256112"/>
          </a:xfrm>
        </p:spPr>
        <p:txBody>
          <a:bodyPr/>
          <a:lstStyle/>
          <a:p>
            <a:pPr marL="0" indent="0">
              <a:buNone/>
            </a:pPr>
            <a:r>
              <a:rPr lang="en-US" dirty="0">
                <a:solidFill>
                  <a:srgbClr val="0000FF"/>
                </a:solidFill>
                <a:latin typeface="Consolas" panose="020B0609020204030204" pitchFamily="49" charset="0"/>
              </a:rPr>
              <a:t>public</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class</a:t>
            </a:r>
            <a:r>
              <a:rPr lang="en-US" dirty="0">
                <a:solidFill>
                  <a:srgbClr val="000000"/>
                </a:solidFill>
                <a:latin typeface="Consolas" panose="020B0609020204030204" pitchFamily="49" charset="0"/>
              </a:rPr>
              <a:t> </a:t>
            </a:r>
            <a:r>
              <a:rPr lang="en-US" dirty="0">
                <a:solidFill>
                  <a:srgbClr val="2B91AF"/>
                </a:solidFill>
                <a:latin typeface="Consolas" panose="020B0609020204030204" pitchFamily="49" charset="0"/>
              </a:rPr>
              <a:t>Boat</a:t>
            </a:r>
            <a:endParaRPr lang="en-US" dirty="0">
              <a:solidFill>
                <a:srgbClr val="000000"/>
              </a:solidFill>
              <a:latin typeface="Consolas" panose="020B0609020204030204" pitchFamily="49" charset="0"/>
            </a:endParaRPr>
          </a:p>
          <a:p>
            <a:pPr marL="0" indent="0">
              <a:buNone/>
            </a:pPr>
            <a:r>
              <a:rPr lang="en-US" dirty="0">
                <a:solidFill>
                  <a:srgbClr val="000000"/>
                </a:solidFill>
                <a:latin typeface="Consolas" panose="020B0609020204030204" pitchFamily="49" charset="0"/>
              </a:rPr>
              <a:t>{</a:t>
            </a:r>
          </a:p>
          <a:p>
            <a:pPr marL="0" indent="0">
              <a:buNone/>
            </a:pPr>
            <a:r>
              <a:rPr lang="en-US" dirty="0">
                <a:solidFill>
                  <a:srgbClr val="0000FF"/>
                </a:solidFill>
                <a:latin typeface="Consolas" panose="020B0609020204030204" pitchFamily="49" charset="0"/>
              </a:rPr>
              <a:t>	private</a:t>
            </a:r>
            <a:r>
              <a:rPr lang="en-US" dirty="0">
                <a:solidFill>
                  <a:srgbClr val="000000"/>
                </a:solidFill>
                <a:latin typeface="Consolas" panose="020B0609020204030204" pitchFamily="49" charset="0"/>
              </a:rPr>
              <a:t> </a:t>
            </a:r>
            <a:r>
              <a:rPr lang="en-US" dirty="0" err="1">
                <a:solidFill>
                  <a:srgbClr val="0000FF"/>
                </a:solidFill>
                <a:latin typeface="Consolas" panose="020B0609020204030204" pitchFamily="49" charset="0"/>
              </a:rPr>
              <a:t>int</a:t>
            </a:r>
            <a:r>
              <a:rPr lang="en-US" dirty="0">
                <a:solidFill>
                  <a:srgbClr val="000000"/>
                </a:solidFill>
                <a:latin typeface="Consolas" panose="020B0609020204030204" pitchFamily="49" charset="0"/>
              </a:rPr>
              <a:t> _width;</a:t>
            </a:r>
          </a:p>
          <a:p>
            <a:pPr marL="0" indent="0">
              <a:buNone/>
            </a:pPr>
            <a:r>
              <a:rPr lang="en-US" dirty="0">
                <a:solidFill>
                  <a:srgbClr val="0000FF"/>
                </a:solidFill>
                <a:latin typeface="Consolas" panose="020B0609020204030204" pitchFamily="49" charset="0"/>
              </a:rPr>
              <a:t>	private</a:t>
            </a:r>
            <a:r>
              <a:rPr lang="en-US" dirty="0">
                <a:solidFill>
                  <a:srgbClr val="000000"/>
                </a:solidFill>
                <a:latin typeface="Consolas" panose="020B0609020204030204" pitchFamily="49" charset="0"/>
              </a:rPr>
              <a:t> </a:t>
            </a:r>
            <a:r>
              <a:rPr lang="en-US" dirty="0" err="1">
                <a:solidFill>
                  <a:srgbClr val="0000FF"/>
                </a:solidFill>
                <a:latin typeface="Consolas" panose="020B0609020204030204" pitchFamily="49" charset="0"/>
              </a:rPr>
              <a:t>int</a:t>
            </a:r>
            <a:r>
              <a:rPr lang="en-US" dirty="0">
                <a:solidFill>
                  <a:srgbClr val="000000"/>
                </a:solidFill>
                <a:latin typeface="Consolas" panose="020B0609020204030204" pitchFamily="49" charset="0"/>
              </a:rPr>
              <a:t> _length;</a:t>
            </a:r>
          </a:p>
          <a:p>
            <a:pPr marL="0" indent="0">
              <a:buNone/>
            </a:pPr>
            <a:endParaRPr lang="en-US" dirty="0">
              <a:solidFill>
                <a:srgbClr val="000000"/>
              </a:solidFill>
              <a:latin typeface="Consolas" panose="020B0609020204030204" pitchFamily="49" charset="0"/>
            </a:endParaRPr>
          </a:p>
          <a:p>
            <a:pPr marL="0" indent="0">
              <a:buNone/>
            </a:pPr>
            <a:r>
              <a:rPr lang="en-US" dirty="0">
                <a:solidFill>
                  <a:srgbClr val="008000"/>
                </a:solidFill>
                <a:latin typeface="Consolas" panose="020B0609020204030204" pitchFamily="49" charset="0"/>
              </a:rPr>
              <a:t>	//More stuff goes here</a:t>
            </a:r>
            <a:endParaRPr lang="en-US" dirty="0">
              <a:solidFill>
                <a:srgbClr val="000000"/>
              </a:solidFill>
              <a:latin typeface="Consolas" panose="020B0609020204030204" pitchFamily="49" charset="0"/>
            </a:endParaRPr>
          </a:p>
          <a:p>
            <a:pPr marL="0" indent="0">
              <a:buNone/>
            </a:pPr>
            <a:r>
              <a:rPr lang="en-US" dirty="0">
                <a:solidFill>
                  <a:srgbClr val="000000"/>
                </a:solidFill>
                <a:latin typeface="Consolas" panose="020B0609020204030204" pitchFamily="49" charset="0"/>
              </a:rPr>
              <a:t>}</a:t>
            </a:r>
            <a:endParaRPr lang="en-US" dirty="0"/>
          </a:p>
        </p:txBody>
      </p:sp>
    </p:spTree>
    <p:extLst>
      <p:ext uri="{BB962C8B-B14F-4D97-AF65-F5344CB8AC3E}">
        <p14:creationId xmlns:p14="http://schemas.microsoft.com/office/powerpoint/2010/main" val="3711408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en-US" dirty="0"/>
              <a:t>Constructors</a:t>
            </a:r>
            <a:endParaRPr lang="ru-RU" dirty="0"/>
          </a:p>
        </p:txBody>
      </p:sp>
      <p:sp>
        <p:nvSpPr>
          <p:cNvPr id="19459" name="Content Placeholder 12"/>
          <p:cNvSpPr>
            <a:spLocks noGrp="1"/>
          </p:cNvSpPr>
          <p:nvPr>
            <p:ph idx="1"/>
          </p:nvPr>
        </p:nvSpPr>
        <p:spPr>
          <a:xfrm>
            <a:off x="457200" y="1700808"/>
            <a:ext cx="8229600" cy="4166592"/>
          </a:xfrm>
        </p:spPr>
        <p:txBody>
          <a:bodyPr/>
          <a:lstStyle/>
          <a:p>
            <a:pPr marL="0" indent="0">
              <a:buNone/>
            </a:pPr>
            <a:r>
              <a:rPr lang="en-US" sz="2800" dirty="0">
                <a:solidFill>
                  <a:srgbClr val="0000FF"/>
                </a:solidFill>
                <a:latin typeface="Consolas" panose="020B0609020204030204" pitchFamily="49" charset="0"/>
              </a:rPr>
              <a:t>public</a:t>
            </a:r>
            <a:r>
              <a:rPr lang="en-US" sz="2800" dirty="0">
                <a:solidFill>
                  <a:srgbClr val="000000"/>
                </a:solidFill>
                <a:latin typeface="Consolas" panose="020B0609020204030204" pitchFamily="49" charset="0"/>
              </a:rPr>
              <a:t> Boat()</a:t>
            </a:r>
          </a:p>
          <a:p>
            <a:pPr marL="0" indent="0">
              <a:buNone/>
            </a:pPr>
            <a:r>
              <a:rPr lang="en-US" sz="2800" dirty="0">
                <a:solidFill>
                  <a:srgbClr val="000000"/>
                </a:solidFill>
                <a:latin typeface="Consolas" panose="020B0609020204030204" pitchFamily="49" charset="0"/>
              </a:rPr>
              <a:t>{</a:t>
            </a:r>
          </a:p>
          <a:p>
            <a:pPr marL="0" indent="0">
              <a:buNone/>
            </a:pPr>
            <a:r>
              <a:rPr lang="en-US" sz="2800" dirty="0">
                <a:solidFill>
                  <a:srgbClr val="000000"/>
                </a:solidFill>
                <a:latin typeface="Consolas" panose="020B0609020204030204" pitchFamily="49" charset="0"/>
              </a:rPr>
              <a:t>	_width = 10;</a:t>
            </a:r>
          </a:p>
          <a:p>
            <a:pPr marL="0" indent="0">
              <a:buNone/>
            </a:pPr>
            <a:r>
              <a:rPr lang="en-US" sz="2800" dirty="0">
                <a:solidFill>
                  <a:srgbClr val="000000"/>
                </a:solidFill>
                <a:latin typeface="Consolas" panose="020B0609020204030204" pitchFamily="49" charset="0"/>
              </a:rPr>
              <a:t>	_length = 110;</a:t>
            </a:r>
          </a:p>
          <a:p>
            <a:pPr marL="0" indent="0">
              <a:buNone/>
            </a:pPr>
            <a:r>
              <a:rPr lang="en-US" sz="2800" dirty="0">
                <a:solidFill>
                  <a:srgbClr val="000000"/>
                </a:solidFill>
                <a:latin typeface="Consolas" panose="020B0609020204030204" pitchFamily="49" charset="0"/>
              </a:rPr>
              <a:t>}</a:t>
            </a:r>
          </a:p>
          <a:p>
            <a:pPr marL="0" indent="0">
              <a:buNone/>
            </a:pPr>
            <a:r>
              <a:rPr lang="en-US" sz="2800" dirty="0">
                <a:solidFill>
                  <a:srgbClr val="0000FF"/>
                </a:solidFill>
                <a:latin typeface="Consolas" panose="020B0609020204030204" pitchFamily="49" charset="0"/>
              </a:rPr>
              <a:t>public</a:t>
            </a:r>
            <a:r>
              <a:rPr lang="en-US" sz="2800" dirty="0">
                <a:solidFill>
                  <a:srgbClr val="000000"/>
                </a:solidFill>
                <a:latin typeface="Consolas" panose="020B0609020204030204" pitchFamily="49" charset="0"/>
              </a:rPr>
              <a:t> Boat(</a:t>
            </a:r>
            <a:r>
              <a:rPr lang="en-US" sz="2800" dirty="0" err="1">
                <a:solidFill>
                  <a:srgbClr val="0000FF"/>
                </a:solidFill>
                <a:latin typeface="Consolas" panose="020B0609020204030204" pitchFamily="49" charset="0"/>
              </a:rPr>
              <a:t>int</a:t>
            </a:r>
            <a:r>
              <a:rPr lang="en-US" sz="2800" dirty="0">
                <a:solidFill>
                  <a:srgbClr val="000000"/>
                </a:solidFill>
                <a:latin typeface="Consolas" panose="020B0609020204030204" pitchFamily="49" charset="0"/>
              </a:rPr>
              <a:t> width, </a:t>
            </a:r>
            <a:r>
              <a:rPr lang="en-US" sz="2800" dirty="0" err="1">
                <a:solidFill>
                  <a:srgbClr val="0000FF"/>
                </a:solidFill>
                <a:latin typeface="Consolas" panose="020B0609020204030204" pitchFamily="49" charset="0"/>
              </a:rPr>
              <a:t>int</a:t>
            </a:r>
            <a:r>
              <a:rPr lang="en-US" sz="2800" dirty="0">
                <a:solidFill>
                  <a:srgbClr val="000000"/>
                </a:solidFill>
                <a:latin typeface="Consolas" panose="020B0609020204030204" pitchFamily="49" charset="0"/>
              </a:rPr>
              <a:t> length)</a:t>
            </a:r>
          </a:p>
          <a:p>
            <a:pPr marL="0" indent="0">
              <a:buNone/>
            </a:pPr>
            <a:r>
              <a:rPr lang="en-US" sz="2800" dirty="0">
                <a:solidFill>
                  <a:srgbClr val="000000"/>
                </a:solidFill>
                <a:latin typeface="Consolas" panose="020B0609020204030204" pitchFamily="49" charset="0"/>
              </a:rPr>
              <a:t>{</a:t>
            </a:r>
          </a:p>
          <a:p>
            <a:pPr marL="0" indent="0">
              <a:buNone/>
            </a:pPr>
            <a:r>
              <a:rPr lang="en-US" sz="2800" dirty="0">
                <a:solidFill>
                  <a:srgbClr val="000000"/>
                </a:solidFill>
                <a:latin typeface="Consolas" panose="020B0609020204030204" pitchFamily="49" charset="0"/>
              </a:rPr>
              <a:t>	_width = width;</a:t>
            </a:r>
          </a:p>
          <a:p>
            <a:pPr marL="0" indent="0">
              <a:buNone/>
            </a:pPr>
            <a:r>
              <a:rPr lang="en-US" sz="2800" dirty="0">
                <a:solidFill>
                  <a:srgbClr val="000000"/>
                </a:solidFill>
                <a:latin typeface="Consolas" panose="020B0609020204030204" pitchFamily="49" charset="0"/>
              </a:rPr>
              <a:t>	_length = length;</a:t>
            </a:r>
          </a:p>
          <a:p>
            <a:pPr marL="0" indent="0">
              <a:buNone/>
            </a:pPr>
            <a:r>
              <a:rPr lang="en-US" sz="2800" dirty="0">
                <a:solidFill>
                  <a:srgbClr val="000000"/>
                </a:solidFill>
                <a:latin typeface="Consolas" panose="020B0609020204030204" pitchFamily="49" charset="0"/>
              </a:rPr>
              <a:t>}</a:t>
            </a:r>
            <a:endParaRPr lang="en-US" sz="2800" dirty="0"/>
          </a:p>
        </p:txBody>
      </p:sp>
    </p:spTree>
    <p:extLst>
      <p:ext uri="{BB962C8B-B14F-4D97-AF65-F5344CB8AC3E}">
        <p14:creationId xmlns:p14="http://schemas.microsoft.com/office/powerpoint/2010/main" val="12913945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en-US" dirty="0"/>
              <a:t>Properties</a:t>
            </a:r>
            <a:endParaRPr lang="ru-RU" dirty="0"/>
          </a:p>
        </p:txBody>
      </p:sp>
      <p:sp>
        <p:nvSpPr>
          <p:cNvPr id="19459" name="Content Placeholder 12"/>
          <p:cNvSpPr>
            <a:spLocks noGrp="1"/>
          </p:cNvSpPr>
          <p:nvPr>
            <p:ph idx="1"/>
          </p:nvPr>
        </p:nvSpPr>
        <p:spPr>
          <a:xfrm>
            <a:off x="457200" y="1484784"/>
            <a:ext cx="8229600" cy="4166592"/>
          </a:xfrm>
        </p:spPr>
        <p:txBody>
          <a:bodyPr/>
          <a:lstStyle/>
          <a:p>
            <a:pPr marL="0" indent="0">
              <a:buNone/>
            </a:pPr>
            <a:r>
              <a:rPr lang="en-US" sz="2400" dirty="0">
                <a:solidFill>
                  <a:srgbClr val="0000FF"/>
                </a:solidFill>
                <a:latin typeface="Consolas" panose="020B0609020204030204" pitchFamily="49" charset="0"/>
              </a:rPr>
              <a:t>private</a:t>
            </a:r>
            <a:r>
              <a:rPr lang="en-US" sz="2400" dirty="0">
                <a:solidFill>
                  <a:srgbClr val="000000"/>
                </a:solidFill>
                <a:latin typeface="Consolas" panose="020B0609020204030204" pitchFamily="49" charset="0"/>
              </a:rPr>
              <a:t> </a:t>
            </a:r>
            <a:r>
              <a:rPr lang="en-US" sz="2400" dirty="0" err="1">
                <a:solidFill>
                  <a:srgbClr val="0000FF"/>
                </a:solidFill>
                <a:latin typeface="Consolas" panose="020B0609020204030204" pitchFamily="49" charset="0"/>
              </a:rPr>
              <a:t>int</a:t>
            </a:r>
            <a:r>
              <a:rPr lang="en-US" sz="2400" dirty="0">
                <a:solidFill>
                  <a:srgbClr val="000000"/>
                </a:solidFill>
                <a:latin typeface="Consolas" panose="020B0609020204030204" pitchFamily="49" charset="0"/>
              </a:rPr>
              <a:t> _width;</a:t>
            </a:r>
          </a:p>
          <a:p>
            <a:pPr marL="0" indent="0">
              <a:buNone/>
            </a:pPr>
            <a:r>
              <a:rPr lang="en-US" sz="2400" dirty="0">
                <a:solidFill>
                  <a:srgbClr val="0000FF"/>
                </a:solidFill>
                <a:latin typeface="Consolas" panose="020B0609020204030204" pitchFamily="49" charset="0"/>
              </a:rPr>
              <a:t>public</a:t>
            </a:r>
            <a:r>
              <a:rPr lang="en-US" sz="2400" dirty="0">
                <a:solidFill>
                  <a:srgbClr val="000000"/>
                </a:solidFill>
                <a:latin typeface="Consolas" panose="020B0609020204030204" pitchFamily="49" charset="0"/>
              </a:rPr>
              <a:t> </a:t>
            </a:r>
            <a:r>
              <a:rPr lang="en-US" sz="2400" dirty="0" err="1">
                <a:solidFill>
                  <a:srgbClr val="0000FF"/>
                </a:solidFill>
                <a:latin typeface="Consolas" panose="020B0609020204030204" pitchFamily="49" charset="0"/>
              </a:rPr>
              <a:t>int</a:t>
            </a:r>
            <a:r>
              <a:rPr lang="en-US" sz="2400" dirty="0">
                <a:solidFill>
                  <a:srgbClr val="000000"/>
                </a:solidFill>
                <a:latin typeface="Consolas" panose="020B0609020204030204" pitchFamily="49" charset="0"/>
              </a:rPr>
              <a:t> Width</a:t>
            </a:r>
          </a:p>
          <a:p>
            <a:pPr marL="0" indent="0">
              <a:buNone/>
            </a:pPr>
            <a:r>
              <a:rPr lang="en-US" sz="2400" dirty="0">
                <a:solidFill>
                  <a:srgbClr val="000000"/>
                </a:solidFill>
                <a:latin typeface="Consolas" panose="020B0609020204030204" pitchFamily="49" charset="0"/>
              </a:rPr>
              <a:t>{</a:t>
            </a:r>
          </a:p>
          <a:p>
            <a:pPr marL="0" indent="0">
              <a:buNone/>
            </a:pPr>
            <a:r>
              <a:rPr lang="en-US" sz="2400" dirty="0">
                <a:solidFill>
                  <a:srgbClr val="0000FF"/>
                </a:solidFill>
                <a:latin typeface="Consolas" panose="020B0609020204030204" pitchFamily="49" charset="0"/>
              </a:rPr>
              <a:t>	get</a:t>
            </a:r>
            <a:endParaRPr lang="en-US" sz="2400" dirty="0">
              <a:solidFill>
                <a:srgbClr val="000000"/>
              </a:solidFill>
              <a:latin typeface="Consolas" panose="020B0609020204030204" pitchFamily="49" charset="0"/>
            </a:endParaRPr>
          </a:p>
          <a:p>
            <a:pPr marL="0" indent="0">
              <a:buNone/>
            </a:pPr>
            <a:r>
              <a:rPr lang="en-US" sz="2400" dirty="0">
                <a:solidFill>
                  <a:srgbClr val="000000"/>
                </a:solidFill>
                <a:latin typeface="Consolas" panose="020B0609020204030204" pitchFamily="49" charset="0"/>
              </a:rPr>
              <a:t>	{</a:t>
            </a:r>
          </a:p>
          <a:p>
            <a:pPr marL="0" indent="0">
              <a:buNone/>
            </a:pPr>
            <a:r>
              <a:rPr lang="en-US" sz="2400" dirty="0">
                <a:solidFill>
                  <a:srgbClr val="0000FF"/>
                </a:solidFill>
                <a:latin typeface="Consolas" panose="020B0609020204030204" pitchFamily="49" charset="0"/>
              </a:rPr>
              <a:t>		return</a:t>
            </a:r>
            <a:r>
              <a:rPr lang="en-US" sz="2400" dirty="0">
                <a:solidFill>
                  <a:srgbClr val="000000"/>
                </a:solidFill>
                <a:latin typeface="Consolas" panose="020B0609020204030204" pitchFamily="49" charset="0"/>
              </a:rPr>
              <a:t> _width;</a:t>
            </a:r>
          </a:p>
          <a:p>
            <a:pPr marL="0" indent="0">
              <a:buNone/>
            </a:pPr>
            <a:r>
              <a:rPr lang="en-US" sz="2400" dirty="0">
                <a:solidFill>
                  <a:srgbClr val="000000"/>
                </a:solidFill>
                <a:latin typeface="Consolas" panose="020B0609020204030204" pitchFamily="49" charset="0"/>
              </a:rPr>
              <a:t>	}</a:t>
            </a:r>
          </a:p>
          <a:p>
            <a:pPr marL="0" indent="0">
              <a:buNone/>
            </a:pPr>
            <a:r>
              <a:rPr lang="en-US" sz="2400" dirty="0">
                <a:solidFill>
                  <a:srgbClr val="0000FF"/>
                </a:solidFill>
                <a:latin typeface="Consolas" panose="020B0609020204030204" pitchFamily="49" charset="0"/>
              </a:rPr>
              <a:t>	set</a:t>
            </a:r>
            <a:endParaRPr lang="en-US" sz="2400" dirty="0">
              <a:solidFill>
                <a:srgbClr val="000000"/>
              </a:solidFill>
              <a:latin typeface="Consolas" panose="020B0609020204030204" pitchFamily="49" charset="0"/>
            </a:endParaRPr>
          </a:p>
          <a:p>
            <a:pPr marL="0" indent="0">
              <a:buNone/>
            </a:pPr>
            <a:r>
              <a:rPr lang="en-US" sz="2400" dirty="0">
                <a:solidFill>
                  <a:srgbClr val="000000"/>
                </a:solidFill>
                <a:latin typeface="Consolas" panose="020B0609020204030204" pitchFamily="49" charset="0"/>
              </a:rPr>
              <a:t>	{</a:t>
            </a:r>
          </a:p>
          <a:p>
            <a:pPr marL="0" indent="0">
              <a:buNone/>
            </a:pPr>
            <a:r>
              <a:rPr lang="en-US" sz="2400" dirty="0">
                <a:solidFill>
                  <a:srgbClr val="000000"/>
                </a:solidFill>
                <a:latin typeface="Consolas" panose="020B0609020204030204" pitchFamily="49" charset="0"/>
              </a:rPr>
              <a:t>		_width = value;</a:t>
            </a:r>
          </a:p>
          <a:p>
            <a:pPr marL="0" indent="0">
              <a:buNone/>
            </a:pPr>
            <a:r>
              <a:rPr lang="en-US" sz="2400" dirty="0">
                <a:solidFill>
                  <a:srgbClr val="000000"/>
                </a:solidFill>
                <a:latin typeface="Consolas" panose="020B0609020204030204" pitchFamily="49" charset="0"/>
              </a:rPr>
              <a:t>	}</a:t>
            </a:r>
          </a:p>
          <a:p>
            <a:pPr marL="0" indent="0">
              <a:buNone/>
            </a:pPr>
            <a:r>
              <a:rPr lang="en-US" sz="2400" dirty="0">
                <a:solidFill>
                  <a:srgbClr val="000000"/>
                </a:solidFill>
                <a:latin typeface="Consolas" panose="020B0609020204030204" pitchFamily="49" charset="0"/>
              </a:rPr>
              <a:t>}</a:t>
            </a:r>
            <a:endParaRPr lang="en-US" sz="2400" dirty="0"/>
          </a:p>
        </p:txBody>
      </p:sp>
    </p:spTree>
    <p:extLst>
      <p:ext uri="{BB962C8B-B14F-4D97-AF65-F5344CB8AC3E}">
        <p14:creationId xmlns:p14="http://schemas.microsoft.com/office/powerpoint/2010/main" val="31173098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en-US" dirty="0"/>
              <a:t>Auto properties</a:t>
            </a:r>
            <a:endParaRPr lang="ru-RU" dirty="0"/>
          </a:p>
        </p:txBody>
      </p:sp>
      <p:sp>
        <p:nvSpPr>
          <p:cNvPr id="19459" name="Content Placeholder 12"/>
          <p:cNvSpPr>
            <a:spLocks noGrp="1"/>
          </p:cNvSpPr>
          <p:nvPr>
            <p:ph idx="1"/>
          </p:nvPr>
        </p:nvSpPr>
        <p:spPr>
          <a:xfrm>
            <a:off x="457200" y="1998712"/>
            <a:ext cx="8229600" cy="4166592"/>
          </a:xfrm>
        </p:spPr>
        <p:txBody>
          <a:bodyPr/>
          <a:lstStyle/>
          <a:p>
            <a:pPr marL="0" indent="0">
              <a:buNone/>
            </a:pPr>
            <a:r>
              <a:rPr lang="en-US" sz="2400" dirty="0">
                <a:solidFill>
                  <a:srgbClr val="0000FF"/>
                </a:solidFill>
                <a:latin typeface="Consolas" panose="020B0609020204030204" pitchFamily="49" charset="0"/>
              </a:rPr>
              <a:t>public</a:t>
            </a:r>
            <a:r>
              <a:rPr lang="en-US" sz="2400" dirty="0">
                <a:solidFill>
                  <a:srgbClr val="000000"/>
                </a:solidFill>
                <a:latin typeface="Consolas" panose="020B0609020204030204" pitchFamily="49" charset="0"/>
              </a:rPr>
              <a:t> </a:t>
            </a:r>
            <a:r>
              <a:rPr lang="en-US" sz="2400" dirty="0" err="1">
                <a:solidFill>
                  <a:srgbClr val="0000FF"/>
                </a:solidFill>
                <a:latin typeface="Consolas" panose="020B0609020204030204" pitchFamily="49" charset="0"/>
              </a:rPr>
              <a:t>int</a:t>
            </a:r>
            <a:r>
              <a:rPr lang="en-US" sz="2400" dirty="0">
                <a:solidFill>
                  <a:srgbClr val="000000"/>
                </a:solidFill>
                <a:latin typeface="Consolas" panose="020B0609020204030204" pitchFamily="49" charset="0"/>
              </a:rPr>
              <a:t> Width { </a:t>
            </a:r>
            <a:r>
              <a:rPr lang="en-US" sz="2400" dirty="0">
                <a:solidFill>
                  <a:srgbClr val="0000FF"/>
                </a:solidFill>
                <a:latin typeface="Consolas" panose="020B0609020204030204" pitchFamily="49" charset="0"/>
              </a:rPr>
              <a:t>get</a:t>
            </a:r>
            <a:r>
              <a:rPr lang="en-US" sz="2400" dirty="0">
                <a:solidFill>
                  <a:srgbClr val="000000"/>
                </a:solidFill>
                <a:latin typeface="Consolas" panose="020B0609020204030204" pitchFamily="49" charset="0"/>
              </a:rPr>
              <a:t>; </a:t>
            </a:r>
            <a:r>
              <a:rPr lang="en-US" sz="2400" dirty="0">
                <a:solidFill>
                  <a:srgbClr val="0000FF"/>
                </a:solidFill>
                <a:latin typeface="Consolas" panose="020B0609020204030204" pitchFamily="49" charset="0"/>
              </a:rPr>
              <a:t>set</a:t>
            </a:r>
            <a:r>
              <a:rPr lang="en-US" sz="2400" dirty="0">
                <a:solidFill>
                  <a:srgbClr val="000000"/>
                </a:solidFill>
                <a:latin typeface="Consolas" panose="020B0609020204030204" pitchFamily="49" charset="0"/>
              </a:rPr>
              <a:t>; }</a:t>
            </a:r>
            <a:endParaRPr lang="en-US" sz="2400" dirty="0"/>
          </a:p>
        </p:txBody>
      </p:sp>
    </p:spTree>
    <p:extLst>
      <p:ext uri="{BB962C8B-B14F-4D97-AF65-F5344CB8AC3E}">
        <p14:creationId xmlns:p14="http://schemas.microsoft.com/office/powerpoint/2010/main" val="13446641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en-US" dirty="0"/>
              <a:t>Methods</a:t>
            </a:r>
            <a:endParaRPr lang="ru-RU" dirty="0"/>
          </a:p>
        </p:txBody>
      </p:sp>
      <p:sp>
        <p:nvSpPr>
          <p:cNvPr id="19459" name="Content Placeholder 12"/>
          <p:cNvSpPr>
            <a:spLocks noGrp="1"/>
          </p:cNvSpPr>
          <p:nvPr>
            <p:ph idx="1"/>
          </p:nvPr>
        </p:nvSpPr>
        <p:spPr>
          <a:xfrm>
            <a:off x="457200" y="1700808"/>
            <a:ext cx="8229600" cy="4166592"/>
          </a:xfrm>
        </p:spPr>
        <p:txBody>
          <a:bodyPr/>
          <a:lstStyle/>
          <a:p>
            <a:pPr marL="0" indent="0">
              <a:buNone/>
            </a:pPr>
            <a:r>
              <a:rPr lang="en-US" sz="2800" dirty="0">
                <a:solidFill>
                  <a:srgbClr val="0000FF"/>
                </a:solidFill>
                <a:latin typeface="Consolas" panose="020B0609020204030204" pitchFamily="49" charset="0"/>
              </a:rPr>
              <a:t>public</a:t>
            </a:r>
            <a:r>
              <a:rPr lang="en-US" sz="2800" dirty="0">
                <a:solidFill>
                  <a:srgbClr val="000000"/>
                </a:solidFill>
                <a:latin typeface="Consolas" panose="020B0609020204030204" pitchFamily="49" charset="0"/>
              </a:rPr>
              <a:t> </a:t>
            </a:r>
            <a:r>
              <a:rPr lang="en-US" sz="2800" dirty="0">
                <a:solidFill>
                  <a:srgbClr val="0000FF"/>
                </a:solidFill>
                <a:latin typeface="Consolas" panose="020B0609020204030204" pitchFamily="49" charset="0"/>
              </a:rPr>
              <a:t>void</a:t>
            </a:r>
            <a:r>
              <a:rPr lang="en-US" sz="2800" dirty="0">
                <a:solidFill>
                  <a:srgbClr val="000000"/>
                </a:solidFill>
                <a:latin typeface="Consolas" panose="020B0609020204030204" pitchFamily="49" charset="0"/>
              </a:rPr>
              <a:t> </a:t>
            </a:r>
            <a:r>
              <a:rPr lang="en-US" sz="2800" dirty="0" err="1">
                <a:solidFill>
                  <a:srgbClr val="000000"/>
                </a:solidFill>
                <a:latin typeface="Consolas" panose="020B0609020204030204" pitchFamily="49" charset="0"/>
              </a:rPr>
              <a:t>AddPerson</a:t>
            </a:r>
            <a:r>
              <a:rPr lang="en-US" sz="2800" dirty="0">
                <a:solidFill>
                  <a:srgbClr val="000000"/>
                </a:solidFill>
                <a:latin typeface="Consolas" panose="020B0609020204030204" pitchFamily="49" charset="0"/>
              </a:rPr>
              <a:t>(Person p)</a:t>
            </a:r>
          </a:p>
          <a:p>
            <a:pPr marL="0" indent="0">
              <a:buNone/>
            </a:pPr>
            <a:r>
              <a:rPr lang="en-US" sz="2800" dirty="0">
                <a:solidFill>
                  <a:srgbClr val="000000"/>
                </a:solidFill>
                <a:latin typeface="Consolas" panose="020B0609020204030204" pitchFamily="49" charset="0"/>
              </a:rPr>
              <a:t>{</a:t>
            </a:r>
          </a:p>
          <a:p>
            <a:pPr marL="0" indent="0">
              <a:buNone/>
            </a:pPr>
            <a:r>
              <a:rPr lang="en-US" sz="2800" dirty="0">
                <a:solidFill>
                  <a:srgbClr val="008000"/>
                </a:solidFill>
                <a:latin typeface="Consolas" panose="020B0609020204030204" pitchFamily="49" charset="0"/>
              </a:rPr>
              <a:t>	//...</a:t>
            </a:r>
            <a:endParaRPr lang="en-US" sz="2800" dirty="0">
              <a:solidFill>
                <a:srgbClr val="000000"/>
              </a:solidFill>
              <a:latin typeface="Consolas" panose="020B0609020204030204" pitchFamily="49" charset="0"/>
            </a:endParaRPr>
          </a:p>
          <a:p>
            <a:pPr marL="0" indent="0">
              <a:buNone/>
            </a:pPr>
            <a:r>
              <a:rPr lang="en-US" sz="2800" dirty="0">
                <a:solidFill>
                  <a:srgbClr val="000000"/>
                </a:solidFill>
                <a:latin typeface="Consolas" panose="020B0609020204030204" pitchFamily="49" charset="0"/>
              </a:rPr>
              <a:t>}</a:t>
            </a:r>
          </a:p>
          <a:p>
            <a:pPr marL="0" indent="0">
              <a:buNone/>
            </a:pPr>
            <a:endParaRPr lang="en-US" sz="2800" dirty="0">
              <a:solidFill>
                <a:srgbClr val="0000FF"/>
              </a:solidFill>
              <a:latin typeface="Consolas" panose="020B0609020204030204" pitchFamily="49" charset="0"/>
            </a:endParaRPr>
          </a:p>
          <a:p>
            <a:pPr marL="0" indent="0">
              <a:buNone/>
            </a:pPr>
            <a:r>
              <a:rPr lang="en-US" sz="2800" dirty="0">
                <a:solidFill>
                  <a:srgbClr val="0000FF"/>
                </a:solidFill>
                <a:latin typeface="Consolas" panose="020B0609020204030204" pitchFamily="49" charset="0"/>
              </a:rPr>
              <a:t>public</a:t>
            </a:r>
            <a:r>
              <a:rPr lang="en-US" sz="2800" dirty="0">
                <a:solidFill>
                  <a:srgbClr val="000000"/>
                </a:solidFill>
                <a:latin typeface="Consolas" panose="020B0609020204030204" pitchFamily="49" charset="0"/>
              </a:rPr>
              <a:t> </a:t>
            </a:r>
            <a:r>
              <a:rPr lang="en-US" sz="2800" dirty="0" err="1">
                <a:solidFill>
                  <a:srgbClr val="0000FF"/>
                </a:solidFill>
                <a:latin typeface="Consolas" panose="020B0609020204030204" pitchFamily="49" charset="0"/>
              </a:rPr>
              <a:t>int</a:t>
            </a:r>
            <a:r>
              <a:rPr lang="en-US" sz="2800" dirty="0">
                <a:solidFill>
                  <a:srgbClr val="000000"/>
                </a:solidFill>
                <a:latin typeface="Consolas" panose="020B0609020204030204" pitchFamily="49" charset="0"/>
              </a:rPr>
              <a:t> </a:t>
            </a:r>
            <a:r>
              <a:rPr lang="en-US" sz="2800" dirty="0" err="1">
                <a:solidFill>
                  <a:srgbClr val="000000"/>
                </a:solidFill>
                <a:latin typeface="Consolas" panose="020B0609020204030204" pitchFamily="49" charset="0"/>
              </a:rPr>
              <a:t>GetCurrentLoad</a:t>
            </a:r>
            <a:r>
              <a:rPr lang="en-US" sz="2800" dirty="0">
                <a:solidFill>
                  <a:srgbClr val="000000"/>
                </a:solidFill>
                <a:latin typeface="Consolas" panose="020B0609020204030204" pitchFamily="49" charset="0"/>
              </a:rPr>
              <a:t>()</a:t>
            </a:r>
          </a:p>
          <a:p>
            <a:pPr marL="0" indent="0">
              <a:buNone/>
            </a:pPr>
            <a:r>
              <a:rPr lang="en-US" sz="2800" dirty="0">
                <a:solidFill>
                  <a:srgbClr val="000000"/>
                </a:solidFill>
                <a:latin typeface="Consolas" panose="020B0609020204030204" pitchFamily="49" charset="0"/>
              </a:rPr>
              <a:t>{</a:t>
            </a:r>
          </a:p>
          <a:p>
            <a:pPr marL="0" indent="0">
              <a:buNone/>
            </a:pPr>
            <a:r>
              <a:rPr lang="en-US" sz="2800" dirty="0">
                <a:solidFill>
                  <a:srgbClr val="0000FF"/>
                </a:solidFill>
                <a:latin typeface="Consolas" panose="020B0609020204030204" pitchFamily="49" charset="0"/>
              </a:rPr>
              <a:t>	return</a:t>
            </a:r>
            <a:r>
              <a:rPr lang="en-US" sz="2800" dirty="0">
                <a:solidFill>
                  <a:srgbClr val="000000"/>
                </a:solidFill>
                <a:latin typeface="Consolas" panose="020B0609020204030204" pitchFamily="49" charset="0"/>
              </a:rPr>
              <a:t> 0;</a:t>
            </a:r>
          </a:p>
          <a:p>
            <a:pPr marL="0" indent="0">
              <a:buNone/>
            </a:pPr>
            <a:r>
              <a:rPr lang="en-US" sz="2800" dirty="0">
                <a:solidFill>
                  <a:srgbClr val="000000"/>
                </a:solidFill>
                <a:latin typeface="Consolas" panose="020B0609020204030204" pitchFamily="49" charset="0"/>
              </a:rPr>
              <a:t>}</a:t>
            </a:r>
            <a:endParaRPr lang="en-US" sz="2800" dirty="0"/>
          </a:p>
        </p:txBody>
      </p:sp>
    </p:spTree>
    <p:extLst>
      <p:ext uri="{BB962C8B-B14F-4D97-AF65-F5344CB8AC3E}">
        <p14:creationId xmlns:p14="http://schemas.microsoft.com/office/powerpoint/2010/main" val="7126256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pPr eaLnBrk="1" hangingPunct="1"/>
            <a:endParaRPr lang="en-US"/>
          </a:p>
        </p:txBody>
      </p:sp>
      <p:sp>
        <p:nvSpPr>
          <p:cNvPr id="32771" name="Rectangle 3"/>
          <p:cNvSpPr>
            <a:spLocks noGrp="1" noChangeArrowheads="1"/>
          </p:cNvSpPr>
          <p:nvPr>
            <p:ph type="body" idx="1"/>
          </p:nvPr>
        </p:nvSpPr>
        <p:spPr/>
        <p:txBody>
          <a:bodyPr/>
          <a:lstStyle/>
          <a:p>
            <a:pPr algn="ctr" eaLnBrk="1" hangingPunct="1">
              <a:buFont typeface="Wingdings" panose="05000000000000000000" pitchFamily="2" charset="2"/>
              <a:buNone/>
            </a:pPr>
            <a:r>
              <a:rPr lang="en-US" sz="11700"/>
              <a:t>	The End</a:t>
            </a:r>
            <a:endParaRPr lang="ru-RU" sz="11700"/>
          </a:p>
        </p:txBody>
      </p:sp>
    </p:spTree>
  </p:cSld>
  <p:clrMapOvr>
    <a:masterClrMapping/>
  </p:clrMapOvr>
</p:sld>
</file>

<file path=ppt/theme/theme1.xml><?xml version="1.0" encoding="utf-8"?>
<a:theme xmlns:a="http://schemas.openxmlformats.org/drawingml/2006/main" name="Pixel">
  <a:themeElements>
    <a:clrScheme name="Pixel 12">
      <a:dk1>
        <a:srgbClr val="000000"/>
      </a:dk1>
      <a:lt1>
        <a:srgbClr val="FFFFFF"/>
      </a:lt1>
      <a:dk2>
        <a:srgbClr val="000000"/>
      </a:dk2>
      <a:lt2>
        <a:srgbClr val="00007D"/>
      </a:lt2>
      <a:accent1>
        <a:srgbClr val="9999FF"/>
      </a:accent1>
      <a:accent2>
        <a:srgbClr val="9999CC"/>
      </a:accent2>
      <a:accent3>
        <a:srgbClr val="FFFFFF"/>
      </a:accent3>
      <a:accent4>
        <a:srgbClr val="000000"/>
      </a:accent4>
      <a:accent5>
        <a:srgbClr val="CACAFF"/>
      </a:accent5>
      <a:accent6>
        <a:srgbClr val="8A8AB9"/>
      </a:accent6>
      <a:hlink>
        <a:srgbClr val="666699"/>
      </a:hlink>
      <a:folHlink>
        <a:srgbClr val="CCCCE6"/>
      </a:folHlink>
    </a:clrScheme>
    <a:fontScheme name="Pixe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Pixel 1">
        <a:dk1>
          <a:srgbClr val="0066FF"/>
        </a:dk1>
        <a:lt1>
          <a:srgbClr val="FFFFFF"/>
        </a:lt1>
        <a:dk2>
          <a:srgbClr val="000066"/>
        </a:dk2>
        <a:lt2>
          <a:srgbClr val="FFFFFF"/>
        </a:lt2>
        <a:accent1>
          <a:srgbClr val="6699FF"/>
        </a:accent1>
        <a:accent2>
          <a:srgbClr val="3333FF"/>
        </a:accent2>
        <a:accent3>
          <a:srgbClr val="AAAAB8"/>
        </a:accent3>
        <a:accent4>
          <a:srgbClr val="DADADA"/>
        </a:accent4>
        <a:accent5>
          <a:srgbClr val="B8CAFF"/>
        </a:accent5>
        <a:accent6>
          <a:srgbClr val="2D2DE7"/>
        </a:accent6>
        <a:hlink>
          <a:srgbClr val="FFCC00"/>
        </a:hlink>
        <a:folHlink>
          <a:srgbClr val="0000CC"/>
        </a:folHlink>
      </a:clrScheme>
      <a:clrMap bg1="dk2" tx1="lt1" bg2="dk1" tx2="lt2" accent1="accent1" accent2="accent2" accent3="accent3" accent4="accent4" accent5="accent5" accent6="accent6" hlink="hlink" folHlink="folHlink"/>
    </a:extraClrScheme>
    <a:extraClrScheme>
      <a:clrScheme name="Pixel 2">
        <a:dk1>
          <a:srgbClr val="009999"/>
        </a:dk1>
        <a:lt1>
          <a:srgbClr val="FFFFFF"/>
        </a:lt1>
        <a:dk2>
          <a:srgbClr val="334B49"/>
        </a:dk2>
        <a:lt2>
          <a:srgbClr val="FFFFFF"/>
        </a:lt2>
        <a:accent1>
          <a:srgbClr val="33CCCC"/>
        </a:accent1>
        <a:accent2>
          <a:srgbClr val="008080"/>
        </a:accent2>
        <a:accent3>
          <a:srgbClr val="ADB1B1"/>
        </a:accent3>
        <a:accent4>
          <a:srgbClr val="DADADA"/>
        </a:accent4>
        <a:accent5>
          <a:srgbClr val="ADE2E2"/>
        </a:accent5>
        <a:accent6>
          <a:srgbClr val="007373"/>
        </a:accent6>
        <a:hlink>
          <a:srgbClr val="FFCC00"/>
        </a:hlink>
        <a:folHlink>
          <a:srgbClr val="006666"/>
        </a:folHlink>
      </a:clrScheme>
      <a:clrMap bg1="dk2" tx1="lt1" bg2="dk1" tx2="lt2" accent1="accent1" accent2="accent2" accent3="accent3" accent4="accent4" accent5="accent5" accent6="accent6" hlink="hlink" folHlink="folHlink"/>
    </a:extraClrScheme>
    <a:extraClrScheme>
      <a:clrScheme name="Pixel 3">
        <a:dk1>
          <a:srgbClr val="006699"/>
        </a:dk1>
        <a:lt1>
          <a:srgbClr val="FFFFFF"/>
        </a:lt1>
        <a:dk2>
          <a:srgbClr val="333399"/>
        </a:dk2>
        <a:lt2>
          <a:srgbClr val="FFFFFF"/>
        </a:lt2>
        <a:accent1>
          <a:srgbClr val="0099CC"/>
        </a:accent1>
        <a:accent2>
          <a:srgbClr val="0386AF"/>
        </a:accent2>
        <a:accent3>
          <a:srgbClr val="ADADCA"/>
        </a:accent3>
        <a:accent4>
          <a:srgbClr val="DADADA"/>
        </a:accent4>
        <a:accent5>
          <a:srgbClr val="AACAE2"/>
        </a:accent5>
        <a:accent6>
          <a:srgbClr val="02799E"/>
        </a:accent6>
        <a:hlink>
          <a:srgbClr val="FFCC00"/>
        </a:hlink>
        <a:folHlink>
          <a:srgbClr val="6699FF"/>
        </a:folHlink>
      </a:clrScheme>
      <a:clrMap bg1="dk2" tx1="lt1" bg2="dk1" tx2="lt2" accent1="accent1" accent2="accent2" accent3="accent3" accent4="accent4" accent5="accent5" accent6="accent6" hlink="hlink" folHlink="folHlink"/>
    </a:extraClrScheme>
    <a:extraClrScheme>
      <a:clrScheme name="Pixel 4">
        <a:dk1>
          <a:srgbClr val="008080"/>
        </a:dk1>
        <a:lt1>
          <a:srgbClr val="FFFFFF"/>
        </a:lt1>
        <a:dk2>
          <a:srgbClr val="2F978D"/>
        </a:dk2>
        <a:lt2>
          <a:srgbClr val="FFFFFF"/>
        </a:lt2>
        <a:accent1>
          <a:srgbClr val="0099FF"/>
        </a:accent1>
        <a:accent2>
          <a:srgbClr val="009999"/>
        </a:accent2>
        <a:accent3>
          <a:srgbClr val="ADC9C5"/>
        </a:accent3>
        <a:accent4>
          <a:srgbClr val="DADADA"/>
        </a:accent4>
        <a:accent5>
          <a:srgbClr val="AACAFF"/>
        </a:accent5>
        <a:accent6>
          <a:srgbClr val="008A8A"/>
        </a:accent6>
        <a:hlink>
          <a:srgbClr val="FFFFCC"/>
        </a:hlink>
        <a:folHlink>
          <a:srgbClr val="70CAC6"/>
        </a:folHlink>
      </a:clrScheme>
      <a:clrMap bg1="dk2" tx1="lt1" bg2="dk1" tx2="lt2" accent1="accent1" accent2="accent2" accent3="accent3" accent4="accent4" accent5="accent5" accent6="accent6" hlink="hlink" folHlink="folHlink"/>
    </a:extraClrScheme>
    <a:extraClrScheme>
      <a:clrScheme name="Pixel 5">
        <a:dk1>
          <a:srgbClr val="822504"/>
        </a:dk1>
        <a:lt1>
          <a:srgbClr val="FFFFFF"/>
        </a:lt1>
        <a:dk2>
          <a:srgbClr val="330000"/>
        </a:dk2>
        <a:lt2>
          <a:srgbClr val="FFFFFF"/>
        </a:lt2>
        <a:accent1>
          <a:srgbClr val="FF9900"/>
        </a:accent1>
        <a:accent2>
          <a:srgbClr val="9E2A06"/>
        </a:accent2>
        <a:accent3>
          <a:srgbClr val="ADAAAA"/>
        </a:accent3>
        <a:accent4>
          <a:srgbClr val="DADADA"/>
        </a:accent4>
        <a:accent5>
          <a:srgbClr val="FFCAAA"/>
        </a:accent5>
        <a:accent6>
          <a:srgbClr val="8F2505"/>
        </a:accent6>
        <a:hlink>
          <a:srgbClr val="FF3300"/>
        </a:hlink>
        <a:folHlink>
          <a:srgbClr val="7C0704"/>
        </a:folHlink>
      </a:clrScheme>
      <a:clrMap bg1="dk2" tx1="lt1" bg2="dk1" tx2="lt2" accent1="accent1" accent2="accent2" accent3="accent3" accent4="accent4" accent5="accent5" accent6="accent6" hlink="hlink" folHlink="folHlink"/>
    </a:extraClrScheme>
    <a:extraClrScheme>
      <a:clrScheme name="Pixel 6">
        <a:dk1>
          <a:srgbClr val="336600"/>
        </a:dk1>
        <a:lt1>
          <a:srgbClr val="FFFFFF"/>
        </a:lt1>
        <a:dk2>
          <a:srgbClr val="4A7911"/>
        </a:dk2>
        <a:lt2>
          <a:srgbClr val="FFFFFF"/>
        </a:lt2>
        <a:accent1>
          <a:srgbClr val="666633"/>
        </a:accent1>
        <a:accent2>
          <a:srgbClr val="669900"/>
        </a:accent2>
        <a:accent3>
          <a:srgbClr val="B1BEAA"/>
        </a:accent3>
        <a:accent4>
          <a:srgbClr val="DADADA"/>
        </a:accent4>
        <a:accent5>
          <a:srgbClr val="B8B8AD"/>
        </a:accent5>
        <a:accent6>
          <a:srgbClr val="5C8A00"/>
        </a:accent6>
        <a:hlink>
          <a:srgbClr val="FFCC00"/>
        </a:hlink>
        <a:folHlink>
          <a:srgbClr val="99CC00"/>
        </a:folHlink>
      </a:clrScheme>
      <a:clrMap bg1="dk2" tx1="lt1" bg2="dk1" tx2="lt2" accent1="accent1" accent2="accent2" accent3="accent3" accent4="accent4" accent5="accent5" accent6="accent6" hlink="hlink" folHlink="folHlink"/>
    </a:extraClrScheme>
    <a:extraClrScheme>
      <a:clrScheme name="Pixel 7">
        <a:dk1>
          <a:srgbClr val="000000"/>
        </a:dk1>
        <a:lt1>
          <a:srgbClr val="FFFFFF"/>
        </a:lt1>
        <a:dk2>
          <a:srgbClr val="000000"/>
        </a:dk2>
        <a:lt2>
          <a:srgbClr val="CC3300"/>
        </a:lt2>
        <a:accent1>
          <a:srgbClr val="FFCC00"/>
        </a:accent1>
        <a:accent2>
          <a:srgbClr val="CC6600"/>
        </a:accent2>
        <a:accent3>
          <a:srgbClr val="FFFFFF"/>
        </a:accent3>
        <a:accent4>
          <a:srgbClr val="000000"/>
        </a:accent4>
        <a:accent5>
          <a:srgbClr val="FFE2AA"/>
        </a:accent5>
        <a:accent6>
          <a:srgbClr val="B95C00"/>
        </a:accent6>
        <a:hlink>
          <a:srgbClr val="663300"/>
        </a:hlink>
        <a:folHlink>
          <a:srgbClr val="CC9900"/>
        </a:folHlink>
      </a:clrScheme>
      <a:clrMap bg1="lt1" tx1="dk1" bg2="lt2" tx2="dk2" accent1="accent1" accent2="accent2" accent3="accent3" accent4="accent4" accent5="accent5" accent6="accent6" hlink="hlink" folHlink="folHlink"/>
    </a:extraClrScheme>
    <a:extraClrScheme>
      <a:clrScheme name="Pixel 8">
        <a:dk1>
          <a:srgbClr val="003300"/>
        </a:dk1>
        <a:lt1>
          <a:srgbClr val="FFFFFF"/>
        </a:lt1>
        <a:dk2>
          <a:srgbClr val="000000"/>
        </a:dk2>
        <a:lt2>
          <a:srgbClr val="336600"/>
        </a:lt2>
        <a:accent1>
          <a:srgbClr val="CCCC00"/>
        </a:accent1>
        <a:accent2>
          <a:srgbClr val="669900"/>
        </a:accent2>
        <a:accent3>
          <a:srgbClr val="FFFFFF"/>
        </a:accent3>
        <a:accent4>
          <a:srgbClr val="002A00"/>
        </a:accent4>
        <a:accent5>
          <a:srgbClr val="E2E2AA"/>
        </a:accent5>
        <a:accent6>
          <a:srgbClr val="5C8A00"/>
        </a:accent6>
        <a:hlink>
          <a:srgbClr val="333300"/>
        </a:hlink>
        <a:folHlink>
          <a:srgbClr val="99CC00"/>
        </a:folHlink>
      </a:clrScheme>
      <a:clrMap bg1="lt1" tx1="dk1" bg2="lt2" tx2="dk2" accent1="accent1" accent2="accent2" accent3="accent3" accent4="accent4" accent5="accent5" accent6="accent6" hlink="hlink" folHlink="folHlink"/>
    </a:extraClrScheme>
    <a:extraClrScheme>
      <a:clrScheme name="Pixel 9">
        <a:dk1>
          <a:srgbClr val="000000"/>
        </a:dk1>
        <a:lt1>
          <a:srgbClr val="FFFFFF"/>
        </a:lt1>
        <a:dk2>
          <a:srgbClr val="000000"/>
        </a:dk2>
        <a:lt2>
          <a:srgbClr val="440044"/>
        </a:lt2>
        <a:accent1>
          <a:srgbClr val="FFCCCC"/>
        </a:accent1>
        <a:accent2>
          <a:srgbClr val="790571"/>
        </a:accent2>
        <a:accent3>
          <a:srgbClr val="FFFFFF"/>
        </a:accent3>
        <a:accent4>
          <a:srgbClr val="000000"/>
        </a:accent4>
        <a:accent5>
          <a:srgbClr val="FFE2E2"/>
        </a:accent5>
        <a:accent6>
          <a:srgbClr val="6D0466"/>
        </a:accent6>
        <a:hlink>
          <a:srgbClr val="993366"/>
        </a:hlink>
        <a:folHlink>
          <a:srgbClr val="9F839F"/>
        </a:folHlink>
      </a:clrScheme>
      <a:clrMap bg1="lt1" tx1="dk1" bg2="lt2" tx2="dk2" accent1="accent1" accent2="accent2" accent3="accent3" accent4="accent4" accent5="accent5" accent6="accent6" hlink="hlink" folHlink="folHlink"/>
    </a:extraClrScheme>
    <a:extraClrScheme>
      <a:clrScheme name="Pixel 10">
        <a:dk1>
          <a:srgbClr val="000000"/>
        </a:dk1>
        <a:lt1>
          <a:srgbClr val="FFFFFF"/>
        </a:lt1>
        <a:dk2>
          <a:srgbClr val="000000"/>
        </a:dk2>
        <a:lt2>
          <a:srgbClr val="FF9900"/>
        </a:lt2>
        <a:accent1>
          <a:srgbClr val="FFCC99"/>
        </a:accent1>
        <a:accent2>
          <a:srgbClr val="FBA313"/>
        </a:accent2>
        <a:accent3>
          <a:srgbClr val="FFFFFF"/>
        </a:accent3>
        <a:accent4>
          <a:srgbClr val="000000"/>
        </a:accent4>
        <a:accent5>
          <a:srgbClr val="FFE2CA"/>
        </a:accent5>
        <a:accent6>
          <a:srgbClr val="E39310"/>
        </a:accent6>
        <a:hlink>
          <a:srgbClr val="CC3300"/>
        </a:hlink>
        <a:folHlink>
          <a:srgbClr val="FCC66E"/>
        </a:folHlink>
      </a:clrScheme>
      <a:clrMap bg1="lt1" tx1="dk1" bg2="lt2" tx2="dk2" accent1="accent1" accent2="accent2" accent3="accent3" accent4="accent4" accent5="accent5" accent6="accent6" hlink="hlink" folHlink="folHlink"/>
    </a:extraClrScheme>
    <a:extraClrScheme>
      <a:clrScheme name="Pixel 11">
        <a:dk1>
          <a:srgbClr val="000000"/>
        </a:dk1>
        <a:lt1>
          <a:srgbClr val="FFFFFF"/>
        </a:lt1>
        <a:dk2>
          <a:srgbClr val="000000"/>
        </a:dk2>
        <a:lt2>
          <a:srgbClr val="779F92"/>
        </a:lt2>
        <a:accent1>
          <a:srgbClr val="33CCCC"/>
        </a:accent1>
        <a:accent2>
          <a:srgbClr val="9DC2D7"/>
        </a:accent2>
        <a:accent3>
          <a:srgbClr val="FFFFFF"/>
        </a:accent3>
        <a:accent4>
          <a:srgbClr val="000000"/>
        </a:accent4>
        <a:accent5>
          <a:srgbClr val="ADE2E2"/>
        </a:accent5>
        <a:accent6>
          <a:srgbClr val="8EB0C3"/>
        </a:accent6>
        <a:hlink>
          <a:srgbClr val="006666"/>
        </a:hlink>
        <a:folHlink>
          <a:srgbClr val="CCCCFF"/>
        </a:folHlink>
      </a:clrScheme>
      <a:clrMap bg1="lt1" tx1="dk1" bg2="lt2" tx2="dk2" accent1="accent1" accent2="accent2" accent3="accent3" accent4="accent4" accent5="accent5" accent6="accent6" hlink="hlink" folHlink="folHlink"/>
    </a:extraClrScheme>
    <a:extraClrScheme>
      <a:clrScheme name="Pixel 12">
        <a:dk1>
          <a:srgbClr val="000000"/>
        </a:dk1>
        <a:lt1>
          <a:srgbClr val="FFFFFF"/>
        </a:lt1>
        <a:dk2>
          <a:srgbClr val="000000"/>
        </a:dk2>
        <a:lt2>
          <a:srgbClr val="00007D"/>
        </a:lt2>
        <a:accent1>
          <a:srgbClr val="9999FF"/>
        </a:accent1>
        <a:accent2>
          <a:srgbClr val="9999CC"/>
        </a:accent2>
        <a:accent3>
          <a:srgbClr val="FFFFFF"/>
        </a:accent3>
        <a:accent4>
          <a:srgbClr val="000000"/>
        </a:accent4>
        <a:accent5>
          <a:srgbClr val="CACAFF"/>
        </a:accent5>
        <a:accent6>
          <a:srgbClr val="8A8AB9"/>
        </a:accent6>
        <a:hlink>
          <a:srgbClr val="666699"/>
        </a:hlink>
        <a:folHlink>
          <a:srgbClr val="CCCCE6"/>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Pixel</Template>
  <TotalTime>842</TotalTime>
  <Words>502</Words>
  <Application>Microsoft Office PowerPoint</Application>
  <PresentationFormat>On-screen Show (4:3)</PresentationFormat>
  <Paragraphs>113</Paragraphs>
  <Slides>19</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Arial Black</vt:lpstr>
      <vt:lpstr>Consolas</vt:lpstr>
      <vt:lpstr>Times New Roman</vt:lpstr>
      <vt:lpstr>Wingdings</vt:lpstr>
      <vt:lpstr>Pixel</vt:lpstr>
      <vt:lpstr>Introduction to Data Structures and Algorithms</vt:lpstr>
      <vt:lpstr>Objectives</vt:lpstr>
      <vt:lpstr>Data structure</vt:lpstr>
      <vt:lpstr>Algorithms</vt:lpstr>
      <vt:lpstr>Algorithms</vt:lpstr>
      <vt:lpstr>Why study Algorithms?</vt:lpstr>
      <vt:lpstr>Algorithms</vt:lpstr>
      <vt:lpstr>   Books</vt:lpstr>
      <vt:lpstr>Data type</vt:lpstr>
      <vt:lpstr>Data type</vt:lpstr>
      <vt:lpstr>Data types</vt:lpstr>
      <vt:lpstr>What is a class?</vt:lpstr>
      <vt:lpstr>What is an Object?</vt:lpstr>
      <vt:lpstr>Classes in C#.NET</vt:lpstr>
      <vt:lpstr>Constructors</vt:lpstr>
      <vt:lpstr>Properties</vt:lpstr>
      <vt:lpstr>Auto properties</vt:lpstr>
      <vt:lpstr>Methods</vt:lpstr>
      <vt:lpstr>PowerPoint Presentation</vt:lpstr>
    </vt:vector>
  </TitlesOfParts>
  <Company>WIUT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Understanding Program</dc:title>
  <dc:creator>olimjon bakirov</dc:creator>
  <cp:lastModifiedBy>Vasiliy Kuznetsov</cp:lastModifiedBy>
  <cp:revision>90</cp:revision>
  <dcterms:created xsi:type="dcterms:W3CDTF">2005-09-20T08:08:25Z</dcterms:created>
  <dcterms:modified xsi:type="dcterms:W3CDTF">2024-01-06T09:23:52Z</dcterms:modified>
</cp:coreProperties>
</file>