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9"/>
  </p:notesMasterIdLst>
  <p:sldIdLst>
    <p:sldId id="256" r:id="rId2"/>
    <p:sldId id="257" r:id="rId3"/>
    <p:sldId id="264" r:id="rId4"/>
    <p:sldId id="263" r:id="rId5"/>
    <p:sldId id="265" r:id="rId6"/>
    <p:sldId id="266" r:id="rId7"/>
    <p:sldId id="260" r:id="rId8"/>
    <p:sldId id="267" r:id="rId9"/>
    <p:sldId id="261" r:id="rId10"/>
    <p:sldId id="268" r:id="rId11"/>
    <p:sldId id="262" r:id="rId12"/>
    <p:sldId id="271" r:id="rId13"/>
    <p:sldId id="273" r:id="rId14"/>
    <p:sldId id="269" r:id="rId15"/>
    <p:sldId id="272" r:id="rId16"/>
    <p:sldId id="270" r:id="rId17"/>
    <p:sldId id="275" r:id="rId18"/>
    <p:sldId id="276" r:id="rId19"/>
    <p:sldId id="277" r:id="rId20"/>
    <p:sldId id="278" r:id="rId21"/>
    <p:sldId id="279" r:id="rId22"/>
    <p:sldId id="280" r:id="rId23"/>
    <p:sldId id="281" r:id="rId24"/>
    <p:sldId id="282" r:id="rId25"/>
    <p:sldId id="283" r:id="rId26"/>
    <p:sldId id="284" r:id="rId27"/>
    <p:sldId id="274" r:id="rId28"/>
  </p:sldIdLst>
  <p:sldSz cx="9144000" cy="6858000" type="screen4x3"/>
  <p:notesSz cx="6858000" cy="9144000"/>
  <p:defaultTex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66"/>
    <a:srgbClr val="660066"/>
    <a:srgbClr val="006600"/>
    <a:srgbClr val="18055F"/>
    <a:srgbClr val="FF0000"/>
    <a:srgbClr val="800000"/>
    <a:srgbClr val="FF7C8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p:cViewPr varScale="1">
        <p:scale>
          <a:sx n="108" d="100"/>
          <a:sy n="108" d="100"/>
        </p:scale>
        <p:origin x="1704" y="102"/>
      </p:cViewPr>
      <p:guideLst>
        <p:guide orient="horz" pos="2160"/>
        <p:guide pos="2880"/>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F53F064-7EA1-4874-87C4-E1E6D01023A0}" type="datetimeFigureOut">
              <a:rPr lang="en-GB" smtClean="0"/>
              <a:t>16/02/2024</a:t>
            </a:fld>
            <a:endParaRPr lang="en-GB"/>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D0E8417-9E0F-42D2-9250-548B1D581C27}" type="slidenum">
              <a:rPr lang="en-GB" smtClean="0"/>
              <a:t>‹#›</a:t>
            </a:fld>
            <a:endParaRPr lang="en-GB"/>
          </a:p>
        </p:txBody>
      </p:sp>
    </p:spTree>
    <p:extLst>
      <p:ext uri="{BB962C8B-B14F-4D97-AF65-F5344CB8AC3E}">
        <p14:creationId xmlns:p14="http://schemas.microsoft.com/office/powerpoint/2010/main" val="35809059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D773BE83-8DEF-4B08-9260-E3C6DC6BAD0D}" type="slidenum">
              <a:rPr lang="en-US" smtClean="0"/>
              <a:t>17</a:t>
            </a:fld>
            <a:endParaRPr lang="en-US"/>
          </a:p>
        </p:txBody>
      </p:sp>
    </p:spTree>
    <p:extLst>
      <p:ext uri="{BB962C8B-B14F-4D97-AF65-F5344CB8AC3E}">
        <p14:creationId xmlns:p14="http://schemas.microsoft.com/office/powerpoint/2010/main" val="66551424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D773BE83-8DEF-4B08-9260-E3C6DC6BAD0D}" type="slidenum">
              <a:rPr lang="en-US" smtClean="0"/>
              <a:t>18</a:t>
            </a:fld>
            <a:endParaRPr lang="en-US"/>
          </a:p>
        </p:txBody>
      </p:sp>
    </p:spTree>
    <p:extLst>
      <p:ext uri="{BB962C8B-B14F-4D97-AF65-F5344CB8AC3E}">
        <p14:creationId xmlns:p14="http://schemas.microsoft.com/office/powerpoint/2010/main" val="19372577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D773BE83-8DEF-4B08-9260-E3C6DC6BAD0D}" type="slidenum">
              <a:rPr lang="en-US" smtClean="0"/>
              <a:t>19</a:t>
            </a:fld>
            <a:endParaRPr lang="en-US"/>
          </a:p>
        </p:txBody>
      </p:sp>
    </p:spTree>
    <p:extLst>
      <p:ext uri="{BB962C8B-B14F-4D97-AF65-F5344CB8AC3E}">
        <p14:creationId xmlns:p14="http://schemas.microsoft.com/office/powerpoint/2010/main" val="251014076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D773BE83-8DEF-4B08-9260-E3C6DC6BAD0D}" type="slidenum">
              <a:rPr lang="en-US" smtClean="0"/>
              <a:t>20</a:t>
            </a:fld>
            <a:endParaRPr lang="en-US"/>
          </a:p>
        </p:txBody>
      </p:sp>
    </p:spTree>
    <p:extLst>
      <p:ext uri="{BB962C8B-B14F-4D97-AF65-F5344CB8AC3E}">
        <p14:creationId xmlns:p14="http://schemas.microsoft.com/office/powerpoint/2010/main" val="7778372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D773BE83-8DEF-4B08-9260-E3C6DC6BAD0D}" type="slidenum">
              <a:rPr lang="en-US" smtClean="0"/>
              <a:t>21</a:t>
            </a:fld>
            <a:endParaRPr lang="en-US"/>
          </a:p>
        </p:txBody>
      </p:sp>
    </p:spTree>
    <p:extLst>
      <p:ext uri="{BB962C8B-B14F-4D97-AF65-F5344CB8AC3E}">
        <p14:creationId xmlns:p14="http://schemas.microsoft.com/office/powerpoint/2010/main" val="203040120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D773BE83-8DEF-4B08-9260-E3C6DC6BAD0D}" type="slidenum">
              <a:rPr lang="en-US" smtClean="0"/>
              <a:t>22</a:t>
            </a:fld>
            <a:endParaRPr lang="en-US"/>
          </a:p>
        </p:txBody>
      </p:sp>
    </p:spTree>
    <p:extLst>
      <p:ext uri="{BB962C8B-B14F-4D97-AF65-F5344CB8AC3E}">
        <p14:creationId xmlns:p14="http://schemas.microsoft.com/office/powerpoint/2010/main" val="11834054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D773BE83-8DEF-4B08-9260-E3C6DC6BAD0D}" type="slidenum">
              <a:rPr lang="en-US" smtClean="0"/>
              <a:t>23</a:t>
            </a:fld>
            <a:endParaRPr lang="en-US"/>
          </a:p>
        </p:txBody>
      </p:sp>
    </p:spTree>
    <p:extLst>
      <p:ext uri="{BB962C8B-B14F-4D97-AF65-F5344CB8AC3E}">
        <p14:creationId xmlns:p14="http://schemas.microsoft.com/office/powerpoint/2010/main" val="373344065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D773BE83-8DEF-4B08-9260-E3C6DC6BAD0D}" type="slidenum">
              <a:rPr lang="en-US" smtClean="0"/>
              <a:t>24</a:t>
            </a:fld>
            <a:endParaRPr lang="en-US"/>
          </a:p>
        </p:txBody>
      </p:sp>
    </p:spTree>
    <p:extLst>
      <p:ext uri="{BB962C8B-B14F-4D97-AF65-F5344CB8AC3E}">
        <p14:creationId xmlns:p14="http://schemas.microsoft.com/office/powerpoint/2010/main" val="288108482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D773BE83-8DEF-4B08-9260-E3C6DC6BAD0D}" type="slidenum">
              <a:rPr lang="en-US" smtClean="0"/>
              <a:t>25</a:t>
            </a:fld>
            <a:endParaRPr lang="en-US"/>
          </a:p>
        </p:txBody>
      </p:sp>
    </p:spTree>
    <p:extLst>
      <p:ext uri="{BB962C8B-B14F-4D97-AF65-F5344CB8AC3E}">
        <p14:creationId xmlns:p14="http://schemas.microsoft.com/office/powerpoint/2010/main" val="38370599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D773BE83-8DEF-4B08-9260-E3C6DC6BAD0D}" type="slidenum">
              <a:rPr lang="en-US" smtClean="0"/>
              <a:t>26</a:t>
            </a:fld>
            <a:endParaRPr lang="en-US"/>
          </a:p>
        </p:txBody>
      </p:sp>
    </p:spTree>
    <p:extLst>
      <p:ext uri="{BB962C8B-B14F-4D97-AF65-F5344CB8AC3E}">
        <p14:creationId xmlns:p14="http://schemas.microsoft.com/office/powerpoint/2010/main" val="17663621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4" name="Group 2"/>
          <p:cNvGrpSpPr>
            <a:grpSpLocks/>
          </p:cNvGrpSpPr>
          <p:nvPr/>
        </p:nvGrpSpPr>
        <p:grpSpPr bwMode="auto">
          <a:xfrm>
            <a:off x="0" y="0"/>
            <a:ext cx="9144000" cy="6858000"/>
            <a:chOff x="0" y="0"/>
            <a:chExt cx="5760" cy="4320"/>
          </a:xfrm>
        </p:grpSpPr>
        <p:sp>
          <p:nvSpPr>
            <p:cNvPr id="5" name="Rectangle 3"/>
            <p:cNvSpPr>
              <a:spLocks noChangeArrowheads="1"/>
            </p:cNvSpPr>
            <p:nvPr/>
          </p:nvSpPr>
          <p:spPr bwMode="hidden">
            <a:xfrm>
              <a:off x="0" y="0"/>
              <a:ext cx="2208" cy="4320"/>
            </a:xfrm>
            <a:prstGeom prst="rect">
              <a:avLst/>
            </a:prstGeom>
            <a:gradFill rotWithShape="0">
              <a:gsLst>
                <a:gs pos="0">
                  <a:schemeClr val="folHlink"/>
                </a:gs>
                <a:gs pos="100000">
                  <a:schemeClr val="bg1"/>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a:defRPr/>
              </a:pPr>
              <a:endParaRPr lang="en-US" sz="2400">
                <a:latin typeface="Times New Roman" panose="02020603050405020304" pitchFamily="18" charset="0"/>
              </a:endParaRPr>
            </a:p>
          </p:txBody>
        </p:sp>
        <p:sp>
          <p:nvSpPr>
            <p:cNvPr id="6" name="Rectangle 4"/>
            <p:cNvSpPr>
              <a:spLocks noChangeArrowheads="1"/>
            </p:cNvSpPr>
            <p:nvPr/>
          </p:nvSpPr>
          <p:spPr bwMode="hidden">
            <a:xfrm>
              <a:off x="1081" y="1065"/>
              <a:ext cx="4679" cy="1596"/>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defRPr/>
              </a:pPr>
              <a:endParaRPr lang="en-US" sz="2400">
                <a:latin typeface="Times New Roman" panose="02020603050405020304" pitchFamily="18" charset="0"/>
              </a:endParaRPr>
            </a:p>
          </p:txBody>
        </p:sp>
        <p:grpSp>
          <p:nvGrpSpPr>
            <p:cNvPr id="7" name="Group 5"/>
            <p:cNvGrpSpPr>
              <a:grpSpLocks/>
            </p:cNvGrpSpPr>
            <p:nvPr/>
          </p:nvGrpSpPr>
          <p:grpSpPr bwMode="auto">
            <a:xfrm>
              <a:off x="0" y="672"/>
              <a:ext cx="1806" cy="1989"/>
              <a:chOff x="0" y="672"/>
              <a:chExt cx="1806" cy="1989"/>
            </a:xfrm>
          </p:grpSpPr>
          <p:sp>
            <p:nvSpPr>
              <p:cNvPr id="8" name="Rectangle 6"/>
              <p:cNvSpPr>
                <a:spLocks noChangeArrowheads="1"/>
              </p:cNvSpPr>
              <p:nvPr userDrawn="1"/>
            </p:nvSpPr>
            <p:spPr bwMode="auto">
              <a:xfrm>
                <a:off x="361" y="2257"/>
                <a:ext cx="363" cy="404"/>
              </a:xfrm>
              <a:prstGeom prst="rect">
                <a:avLst/>
              </a:prstGeom>
              <a:solidFill>
                <a:schemeClr val="accent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defRPr/>
                </a:pPr>
                <a:endParaRPr lang="en-US" sz="2400">
                  <a:latin typeface="Times New Roman" panose="02020603050405020304" pitchFamily="18" charset="0"/>
                </a:endParaRPr>
              </a:p>
            </p:txBody>
          </p:sp>
          <p:sp>
            <p:nvSpPr>
              <p:cNvPr id="9" name="Rectangle 7"/>
              <p:cNvSpPr>
                <a:spLocks noChangeArrowheads="1"/>
              </p:cNvSpPr>
              <p:nvPr userDrawn="1"/>
            </p:nvSpPr>
            <p:spPr bwMode="auto">
              <a:xfrm>
                <a:off x="1081" y="1065"/>
                <a:ext cx="362" cy="405"/>
              </a:xfrm>
              <a:prstGeom prst="rect">
                <a:avLst/>
              </a:prstGeom>
              <a:solidFill>
                <a:schemeClr val="folHlink"/>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defRPr/>
                </a:pPr>
                <a:endParaRPr lang="en-US" sz="2400">
                  <a:latin typeface="Times New Roman" panose="02020603050405020304" pitchFamily="18" charset="0"/>
                </a:endParaRPr>
              </a:p>
            </p:txBody>
          </p:sp>
          <p:sp>
            <p:nvSpPr>
              <p:cNvPr id="10" name="Rectangle 8"/>
              <p:cNvSpPr>
                <a:spLocks noChangeArrowheads="1"/>
              </p:cNvSpPr>
              <p:nvPr userDrawn="1"/>
            </p:nvSpPr>
            <p:spPr bwMode="auto">
              <a:xfrm>
                <a:off x="1437" y="672"/>
                <a:ext cx="369" cy="400"/>
              </a:xfrm>
              <a:prstGeom prst="rect">
                <a:avLst/>
              </a:prstGeom>
              <a:solidFill>
                <a:schemeClr val="folHlink"/>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defRPr/>
                </a:pPr>
                <a:endParaRPr lang="en-US" sz="2400">
                  <a:latin typeface="Times New Roman" panose="02020603050405020304" pitchFamily="18" charset="0"/>
                </a:endParaRPr>
              </a:p>
            </p:txBody>
          </p:sp>
          <p:sp>
            <p:nvSpPr>
              <p:cNvPr id="11" name="Rectangle 9"/>
              <p:cNvSpPr>
                <a:spLocks noChangeArrowheads="1"/>
              </p:cNvSpPr>
              <p:nvPr userDrawn="1"/>
            </p:nvSpPr>
            <p:spPr bwMode="auto">
              <a:xfrm>
                <a:off x="719" y="2257"/>
                <a:ext cx="368" cy="40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defRPr/>
                </a:pPr>
                <a:endParaRPr lang="en-US" sz="2400">
                  <a:latin typeface="Times New Roman" panose="02020603050405020304" pitchFamily="18" charset="0"/>
                </a:endParaRPr>
              </a:p>
            </p:txBody>
          </p:sp>
          <p:sp>
            <p:nvSpPr>
              <p:cNvPr id="12" name="Rectangle 10"/>
              <p:cNvSpPr>
                <a:spLocks noChangeArrowheads="1"/>
              </p:cNvSpPr>
              <p:nvPr userDrawn="1"/>
            </p:nvSpPr>
            <p:spPr bwMode="auto">
              <a:xfrm>
                <a:off x="1437" y="1065"/>
                <a:ext cx="369" cy="405"/>
              </a:xfrm>
              <a:prstGeom prst="rect">
                <a:avLst/>
              </a:prstGeom>
              <a:solidFill>
                <a:schemeClr val="accent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defRPr/>
                </a:pPr>
                <a:endParaRPr lang="en-US" sz="2400">
                  <a:latin typeface="Times New Roman" panose="02020603050405020304" pitchFamily="18" charset="0"/>
                </a:endParaRPr>
              </a:p>
            </p:txBody>
          </p:sp>
          <p:sp>
            <p:nvSpPr>
              <p:cNvPr id="13" name="Rectangle 11"/>
              <p:cNvSpPr>
                <a:spLocks noChangeArrowheads="1"/>
              </p:cNvSpPr>
              <p:nvPr userDrawn="1"/>
            </p:nvSpPr>
            <p:spPr bwMode="auto">
              <a:xfrm>
                <a:off x="719" y="1464"/>
                <a:ext cx="368" cy="399"/>
              </a:xfrm>
              <a:prstGeom prst="rect">
                <a:avLst/>
              </a:prstGeom>
              <a:solidFill>
                <a:schemeClr val="folHlink"/>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defRPr/>
                </a:pPr>
                <a:endParaRPr lang="en-US" sz="2400">
                  <a:latin typeface="Times New Roman" panose="02020603050405020304" pitchFamily="18" charset="0"/>
                </a:endParaRPr>
              </a:p>
            </p:txBody>
          </p:sp>
          <p:sp>
            <p:nvSpPr>
              <p:cNvPr id="14" name="Rectangle 12"/>
              <p:cNvSpPr>
                <a:spLocks noChangeArrowheads="1"/>
              </p:cNvSpPr>
              <p:nvPr userDrawn="1"/>
            </p:nvSpPr>
            <p:spPr bwMode="auto">
              <a:xfrm>
                <a:off x="0" y="1464"/>
                <a:ext cx="367" cy="399"/>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defRPr/>
                </a:pPr>
                <a:endParaRPr lang="en-US" sz="2400">
                  <a:latin typeface="Times New Roman" panose="02020603050405020304" pitchFamily="18" charset="0"/>
                </a:endParaRPr>
              </a:p>
            </p:txBody>
          </p:sp>
          <p:sp>
            <p:nvSpPr>
              <p:cNvPr id="15" name="Rectangle 13"/>
              <p:cNvSpPr>
                <a:spLocks noChangeArrowheads="1"/>
              </p:cNvSpPr>
              <p:nvPr userDrawn="1"/>
            </p:nvSpPr>
            <p:spPr bwMode="auto">
              <a:xfrm>
                <a:off x="1081" y="1464"/>
                <a:ext cx="362" cy="399"/>
              </a:xfrm>
              <a:prstGeom prst="rect">
                <a:avLst/>
              </a:prstGeom>
              <a:solidFill>
                <a:schemeClr val="accent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defRPr/>
                </a:pPr>
                <a:endParaRPr lang="en-US" sz="2400">
                  <a:latin typeface="Times New Roman" panose="02020603050405020304" pitchFamily="18" charset="0"/>
                </a:endParaRPr>
              </a:p>
            </p:txBody>
          </p:sp>
          <p:sp>
            <p:nvSpPr>
              <p:cNvPr id="16" name="Rectangle 14"/>
              <p:cNvSpPr>
                <a:spLocks noChangeArrowheads="1"/>
              </p:cNvSpPr>
              <p:nvPr userDrawn="1"/>
            </p:nvSpPr>
            <p:spPr bwMode="auto">
              <a:xfrm>
                <a:off x="361" y="1857"/>
                <a:ext cx="363" cy="406"/>
              </a:xfrm>
              <a:prstGeom prst="rect">
                <a:avLst/>
              </a:prstGeom>
              <a:solidFill>
                <a:schemeClr val="folHlink"/>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defRPr/>
                </a:pPr>
                <a:endParaRPr lang="en-US" sz="2400">
                  <a:latin typeface="Times New Roman" panose="02020603050405020304" pitchFamily="18" charset="0"/>
                </a:endParaRPr>
              </a:p>
            </p:txBody>
          </p:sp>
          <p:sp>
            <p:nvSpPr>
              <p:cNvPr id="17" name="Rectangle 15"/>
              <p:cNvSpPr>
                <a:spLocks noChangeArrowheads="1"/>
              </p:cNvSpPr>
              <p:nvPr userDrawn="1"/>
            </p:nvSpPr>
            <p:spPr bwMode="auto">
              <a:xfrm>
                <a:off x="719" y="1857"/>
                <a:ext cx="368" cy="406"/>
              </a:xfrm>
              <a:prstGeom prst="rect">
                <a:avLst/>
              </a:prstGeom>
              <a:solidFill>
                <a:schemeClr val="accent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defRPr/>
                </a:pPr>
                <a:endParaRPr lang="en-US" sz="2400">
                  <a:latin typeface="Times New Roman" panose="02020603050405020304" pitchFamily="18" charset="0"/>
                </a:endParaRPr>
              </a:p>
            </p:txBody>
          </p:sp>
        </p:grpSp>
      </p:grpSp>
      <p:pic>
        <p:nvPicPr>
          <p:cNvPr id="18" name="Picture 21" descr="PP_WIUT_Attachmen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7524750" cy="6588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39" name="Rectangle 19"/>
          <p:cNvSpPr>
            <a:spLocks noGrp="1" noChangeArrowheads="1"/>
          </p:cNvSpPr>
          <p:nvPr>
            <p:ph type="ctrTitle"/>
          </p:nvPr>
        </p:nvSpPr>
        <p:spPr>
          <a:xfrm>
            <a:off x="2971800" y="1828800"/>
            <a:ext cx="6019800" cy="2209800"/>
          </a:xfrm>
        </p:spPr>
        <p:txBody>
          <a:bodyPr/>
          <a:lstStyle>
            <a:lvl1pPr>
              <a:defRPr sz="5000">
                <a:solidFill>
                  <a:srgbClr val="FFFFFF"/>
                </a:solidFill>
              </a:defRPr>
            </a:lvl1pPr>
          </a:lstStyle>
          <a:p>
            <a:r>
              <a:rPr lang="en-US"/>
              <a:t>Click to edit Master title style</a:t>
            </a:r>
            <a:endParaRPr lang="ru-RU"/>
          </a:p>
        </p:txBody>
      </p:sp>
      <p:sp>
        <p:nvSpPr>
          <p:cNvPr id="5140" name="Rectangle 20"/>
          <p:cNvSpPr>
            <a:spLocks noGrp="1" noChangeArrowheads="1"/>
          </p:cNvSpPr>
          <p:nvPr>
            <p:ph type="subTitle" idx="1"/>
          </p:nvPr>
        </p:nvSpPr>
        <p:spPr>
          <a:xfrm>
            <a:off x="2971800" y="4267200"/>
            <a:ext cx="6019800" cy="1752600"/>
          </a:xfrm>
        </p:spPr>
        <p:txBody>
          <a:bodyPr/>
          <a:lstStyle>
            <a:lvl1pPr marL="0" indent="0">
              <a:buFont typeface="Wingdings" pitchFamily="2" charset="2"/>
              <a:buNone/>
              <a:defRPr sz="3400"/>
            </a:lvl1pPr>
          </a:lstStyle>
          <a:p>
            <a:r>
              <a:rPr lang="en-US"/>
              <a:t>Click to edit Master subtitle style</a:t>
            </a:r>
            <a:endParaRPr lang="ru-RU"/>
          </a:p>
        </p:txBody>
      </p:sp>
      <p:sp>
        <p:nvSpPr>
          <p:cNvPr id="19" name="Rectangle 16"/>
          <p:cNvSpPr>
            <a:spLocks noGrp="1" noChangeArrowheads="1"/>
          </p:cNvSpPr>
          <p:nvPr>
            <p:ph type="dt" sz="half" idx="10"/>
          </p:nvPr>
        </p:nvSpPr>
        <p:spPr>
          <a:xfrm>
            <a:off x="457200" y="6248400"/>
            <a:ext cx="2133600" cy="457200"/>
          </a:xfrm>
        </p:spPr>
        <p:txBody>
          <a:bodyPr/>
          <a:lstStyle>
            <a:lvl1pPr>
              <a:defRPr/>
            </a:lvl1pPr>
          </a:lstStyle>
          <a:p>
            <a:pPr>
              <a:defRPr/>
            </a:pPr>
            <a:endParaRPr lang="en-US"/>
          </a:p>
        </p:txBody>
      </p:sp>
      <p:sp>
        <p:nvSpPr>
          <p:cNvPr id="20" name="Rectangle 17"/>
          <p:cNvSpPr>
            <a:spLocks noGrp="1" noChangeArrowheads="1"/>
          </p:cNvSpPr>
          <p:nvPr>
            <p:ph type="ftr" sz="quarter" idx="11"/>
          </p:nvPr>
        </p:nvSpPr>
        <p:spPr/>
        <p:txBody>
          <a:bodyPr/>
          <a:lstStyle>
            <a:lvl1pPr>
              <a:defRPr/>
            </a:lvl1pPr>
          </a:lstStyle>
          <a:p>
            <a:pPr>
              <a:defRPr/>
            </a:pPr>
            <a:endParaRPr lang="en-US"/>
          </a:p>
        </p:txBody>
      </p:sp>
      <p:sp>
        <p:nvSpPr>
          <p:cNvPr id="21" name="Rectangle 18"/>
          <p:cNvSpPr>
            <a:spLocks noGrp="1" noChangeArrowheads="1"/>
          </p:cNvSpPr>
          <p:nvPr>
            <p:ph type="sldNum" sz="quarter" idx="12"/>
          </p:nvPr>
        </p:nvSpPr>
        <p:spPr/>
        <p:txBody>
          <a:bodyPr/>
          <a:lstStyle>
            <a:lvl1pPr>
              <a:defRPr/>
            </a:lvl1pPr>
          </a:lstStyle>
          <a:p>
            <a:pPr>
              <a:defRPr/>
            </a:pPr>
            <a:fld id="{BB092931-1455-42D2-93DD-8268B7FD38B6}" type="slidenum">
              <a:rPr lang="en-US"/>
              <a:pPr>
                <a:defRPr/>
              </a:pPr>
              <a:t>‹#›</a:t>
            </a:fld>
            <a:endParaRPr lang="en-US"/>
          </a:p>
        </p:txBody>
      </p:sp>
    </p:spTree>
    <p:extLst>
      <p:ext uri="{BB962C8B-B14F-4D97-AF65-F5344CB8AC3E}">
        <p14:creationId xmlns:p14="http://schemas.microsoft.com/office/powerpoint/2010/main" val="31488190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2"/>
          <p:cNvSpPr>
            <a:spLocks noGrp="1" noChangeArrowheads="1"/>
          </p:cNvSpPr>
          <p:nvPr>
            <p:ph type="ftr" sz="quarter" idx="10"/>
          </p:nvPr>
        </p:nvSpPr>
        <p:spPr>
          <a:ln/>
        </p:spPr>
        <p:txBody>
          <a:bodyPr/>
          <a:lstStyle>
            <a:lvl1pPr>
              <a:defRPr/>
            </a:lvl1pPr>
          </a:lstStyle>
          <a:p>
            <a:pPr>
              <a:defRPr/>
            </a:pPr>
            <a:endParaRPr lang="en-US"/>
          </a:p>
        </p:txBody>
      </p:sp>
      <p:sp>
        <p:nvSpPr>
          <p:cNvPr id="5" name="Rectangle 3"/>
          <p:cNvSpPr>
            <a:spLocks noGrp="1" noChangeArrowheads="1"/>
          </p:cNvSpPr>
          <p:nvPr>
            <p:ph type="sldNum" sz="quarter" idx="11"/>
          </p:nvPr>
        </p:nvSpPr>
        <p:spPr>
          <a:ln/>
        </p:spPr>
        <p:txBody>
          <a:bodyPr/>
          <a:lstStyle>
            <a:lvl1pPr>
              <a:defRPr/>
            </a:lvl1pPr>
          </a:lstStyle>
          <a:p>
            <a:pPr>
              <a:defRPr/>
            </a:pPr>
            <a:fld id="{51716FAE-4EE6-43CC-809E-44366ADB1215}" type="slidenum">
              <a:rPr lang="en-US"/>
              <a:pPr>
                <a:defRPr/>
              </a:pPr>
              <a:t>‹#›</a:t>
            </a:fld>
            <a:endParaRPr lang="en-US"/>
          </a:p>
        </p:txBody>
      </p:sp>
      <p:sp>
        <p:nvSpPr>
          <p:cNvPr id="6" name="Rectangle 16"/>
          <p:cNvSpPr>
            <a:spLocks noGrp="1" noChangeArrowheads="1"/>
          </p:cNvSpPr>
          <p:nvPr>
            <p:ph type="dt" sz="half" idx="12"/>
          </p:nvPr>
        </p:nvSpPr>
        <p:spPr>
          <a:ln/>
        </p:spPr>
        <p:txBody>
          <a:bodyPr/>
          <a:lstStyle>
            <a:lvl1pPr>
              <a:defRPr/>
            </a:lvl1pPr>
          </a:lstStyle>
          <a:p>
            <a:pPr>
              <a:defRPr/>
            </a:pPr>
            <a:endParaRPr lang="en-US"/>
          </a:p>
        </p:txBody>
      </p:sp>
    </p:spTree>
    <p:extLst>
      <p:ext uri="{BB962C8B-B14F-4D97-AF65-F5344CB8AC3E}">
        <p14:creationId xmlns:p14="http://schemas.microsoft.com/office/powerpoint/2010/main" val="30327458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2"/>
          <p:cNvSpPr>
            <a:spLocks noGrp="1" noChangeArrowheads="1"/>
          </p:cNvSpPr>
          <p:nvPr>
            <p:ph type="ftr" sz="quarter" idx="10"/>
          </p:nvPr>
        </p:nvSpPr>
        <p:spPr>
          <a:ln/>
        </p:spPr>
        <p:txBody>
          <a:bodyPr/>
          <a:lstStyle>
            <a:lvl1pPr>
              <a:defRPr/>
            </a:lvl1pPr>
          </a:lstStyle>
          <a:p>
            <a:pPr>
              <a:defRPr/>
            </a:pPr>
            <a:endParaRPr lang="en-US"/>
          </a:p>
        </p:txBody>
      </p:sp>
      <p:sp>
        <p:nvSpPr>
          <p:cNvPr id="5" name="Rectangle 3"/>
          <p:cNvSpPr>
            <a:spLocks noGrp="1" noChangeArrowheads="1"/>
          </p:cNvSpPr>
          <p:nvPr>
            <p:ph type="sldNum" sz="quarter" idx="11"/>
          </p:nvPr>
        </p:nvSpPr>
        <p:spPr>
          <a:ln/>
        </p:spPr>
        <p:txBody>
          <a:bodyPr/>
          <a:lstStyle>
            <a:lvl1pPr>
              <a:defRPr/>
            </a:lvl1pPr>
          </a:lstStyle>
          <a:p>
            <a:pPr>
              <a:defRPr/>
            </a:pPr>
            <a:fld id="{FD64DB98-30E4-4205-809C-AC5E145C8B76}" type="slidenum">
              <a:rPr lang="en-US"/>
              <a:pPr>
                <a:defRPr/>
              </a:pPr>
              <a:t>‹#›</a:t>
            </a:fld>
            <a:endParaRPr lang="en-US"/>
          </a:p>
        </p:txBody>
      </p:sp>
      <p:sp>
        <p:nvSpPr>
          <p:cNvPr id="6" name="Rectangle 16"/>
          <p:cNvSpPr>
            <a:spLocks noGrp="1" noChangeArrowheads="1"/>
          </p:cNvSpPr>
          <p:nvPr>
            <p:ph type="dt" sz="half" idx="12"/>
          </p:nvPr>
        </p:nvSpPr>
        <p:spPr>
          <a:ln/>
        </p:spPr>
        <p:txBody>
          <a:bodyPr/>
          <a:lstStyle>
            <a:lvl1pPr>
              <a:defRPr/>
            </a:lvl1pPr>
          </a:lstStyle>
          <a:p>
            <a:pPr>
              <a:defRPr/>
            </a:pPr>
            <a:endParaRPr lang="en-US"/>
          </a:p>
        </p:txBody>
      </p:sp>
    </p:spTree>
    <p:extLst>
      <p:ext uri="{BB962C8B-B14F-4D97-AF65-F5344CB8AC3E}">
        <p14:creationId xmlns:p14="http://schemas.microsoft.com/office/powerpoint/2010/main" val="14127328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773238"/>
            <a:ext cx="4038600" cy="42481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773238"/>
            <a:ext cx="4038600" cy="42481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2"/>
          <p:cNvSpPr>
            <a:spLocks noGrp="1" noChangeArrowheads="1"/>
          </p:cNvSpPr>
          <p:nvPr>
            <p:ph type="ftr" sz="quarter" idx="10"/>
          </p:nvPr>
        </p:nvSpPr>
        <p:spPr>
          <a:ln/>
        </p:spPr>
        <p:txBody>
          <a:bodyPr/>
          <a:lstStyle>
            <a:lvl1pPr>
              <a:defRPr/>
            </a:lvl1pPr>
          </a:lstStyle>
          <a:p>
            <a:pPr>
              <a:defRPr/>
            </a:pPr>
            <a:endParaRPr lang="en-US"/>
          </a:p>
        </p:txBody>
      </p:sp>
      <p:sp>
        <p:nvSpPr>
          <p:cNvPr id="6" name="Rectangle 3"/>
          <p:cNvSpPr>
            <a:spLocks noGrp="1" noChangeArrowheads="1"/>
          </p:cNvSpPr>
          <p:nvPr>
            <p:ph type="sldNum" sz="quarter" idx="11"/>
          </p:nvPr>
        </p:nvSpPr>
        <p:spPr>
          <a:ln/>
        </p:spPr>
        <p:txBody>
          <a:bodyPr/>
          <a:lstStyle>
            <a:lvl1pPr>
              <a:defRPr/>
            </a:lvl1pPr>
          </a:lstStyle>
          <a:p>
            <a:pPr>
              <a:defRPr/>
            </a:pPr>
            <a:fld id="{17D77D37-3B3D-49A6-BF2D-BD5BA4C557F1}" type="slidenum">
              <a:rPr lang="en-US"/>
              <a:pPr>
                <a:defRPr/>
              </a:pPr>
              <a:t>‹#›</a:t>
            </a:fld>
            <a:endParaRPr lang="en-US"/>
          </a:p>
        </p:txBody>
      </p:sp>
      <p:sp>
        <p:nvSpPr>
          <p:cNvPr id="7" name="Rectangle 16"/>
          <p:cNvSpPr>
            <a:spLocks noGrp="1" noChangeArrowheads="1"/>
          </p:cNvSpPr>
          <p:nvPr>
            <p:ph type="dt" sz="half" idx="12"/>
          </p:nvPr>
        </p:nvSpPr>
        <p:spPr>
          <a:ln/>
        </p:spPr>
        <p:txBody>
          <a:bodyPr/>
          <a:lstStyle>
            <a:lvl1pPr>
              <a:defRPr/>
            </a:lvl1pPr>
          </a:lstStyle>
          <a:p>
            <a:pPr>
              <a:defRPr/>
            </a:pPr>
            <a:endParaRPr lang="en-US"/>
          </a:p>
        </p:txBody>
      </p:sp>
    </p:spTree>
    <p:extLst>
      <p:ext uri="{BB962C8B-B14F-4D97-AF65-F5344CB8AC3E}">
        <p14:creationId xmlns:p14="http://schemas.microsoft.com/office/powerpoint/2010/main" val="41135738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2"/>
          <p:cNvSpPr>
            <a:spLocks noGrp="1" noChangeArrowheads="1"/>
          </p:cNvSpPr>
          <p:nvPr>
            <p:ph type="ftr" sz="quarter" idx="10"/>
          </p:nvPr>
        </p:nvSpPr>
        <p:spPr>
          <a:ln/>
        </p:spPr>
        <p:txBody>
          <a:bodyPr/>
          <a:lstStyle>
            <a:lvl1pPr>
              <a:defRPr/>
            </a:lvl1pPr>
          </a:lstStyle>
          <a:p>
            <a:pPr>
              <a:defRPr/>
            </a:pPr>
            <a:endParaRPr lang="en-US"/>
          </a:p>
        </p:txBody>
      </p:sp>
      <p:sp>
        <p:nvSpPr>
          <p:cNvPr id="8" name="Rectangle 3"/>
          <p:cNvSpPr>
            <a:spLocks noGrp="1" noChangeArrowheads="1"/>
          </p:cNvSpPr>
          <p:nvPr>
            <p:ph type="sldNum" sz="quarter" idx="11"/>
          </p:nvPr>
        </p:nvSpPr>
        <p:spPr>
          <a:ln/>
        </p:spPr>
        <p:txBody>
          <a:bodyPr/>
          <a:lstStyle>
            <a:lvl1pPr>
              <a:defRPr/>
            </a:lvl1pPr>
          </a:lstStyle>
          <a:p>
            <a:pPr>
              <a:defRPr/>
            </a:pPr>
            <a:fld id="{64BB98AD-7214-4F0D-84AD-E29B69EF2D1D}" type="slidenum">
              <a:rPr lang="en-US"/>
              <a:pPr>
                <a:defRPr/>
              </a:pPr>
              <a:t>‹#›</a:t>
            </a:fld>
            <a:endParaRPr lang="en-US"/>
          </a:p>
        </p:txBody>
      </p:sp>
      <p:sp>
        <p:nvSpPr>
          <p:cNvPr id="9" name="Rectangle 16"/>
          <p:cNvSpPr>
            <a:spLocks noGrp="1" noChangeArrowheads="1"/>
          </p:cNvSpPr>
          <p:nvPr>
            <p:ph type="dt" sz="half" idx="12"/>
          </p:nvPr>
        </p:nvSpPr>
        <p:spPr>
          <a:ln/>
        </p:spPr>
        <p:txBody>
          <a:bodyPr/>
          <a:lstStyle>
            <a:lvl1pPr>
              <a:defRPr/>
            </a:lvl1pPr>
          </a:lstStyle>
          <a:p>
            <a:pPr>
              <a:defRPr/>
            </a:pPr>
            <a:endParaRPr lang="en-US"/>
          </a:p>
        </p:txBody>
      </p:sp>
    </p:spTree>
    <p:extLst>
      <p:ext uri="{BB962C8B-B14F-4D97-AF65-F5344CB8AC3E}">
        <p14:creationId xmlns:p14="http://schemas.microsoft.com/office/powerpoint/2010/main" val="6217252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2"/>
          <p:cNvSpPr>
            <a:spLocks noGrp="1" noChangeArrowheads="1"/>
          </p:cNvSpPr>
          <p:nvPr>
            <p:ph type="ftr" sz="quarter" idx="10"/>
          </p:nvPr>
        </p:nvSpPr>
        <p:spPr>
          <a:ln/>
        </p:spPr>
        <p:txBody>
          <a:bodyPr/>
          <a:lstStyle>
            <a:lvl1pPr>
              <a:defRPr/>
            </a:lvl1pPr>
          </a:lstStyle>
          <a:p>
            <a:pPr>
              <a:defRPr/>
            </a:pPr>
            <a:endParaRPr lang="en-US"/>
          </a:p>
        </p:txBody>
      </p:sp>
      <p:sp>
        <p:nvSpPr>
          <p:cNvPr id="4" name="Rectangle 3"/>
          <p:cNvSpPr>
            <a:spLocks noGrp="1" noChangeArrowheads="1"/>
          </p:cNvSpPr>
          <p:nvPr>
            <p:ph type="sldNum" sz="quarter" idx="11"/>
          </p:nvPr>
        </p:nvSpPr>
        <p:spPr>
          <a:ln/>
        </p:spPr>
        <p:txBody>
          <a:bodyPr/>
          <a:lstStyle>
            <a:lvl1pPr>
              <a:defRPr/>
            </a:lvl1pPr>
          </a:lstStyle>
          <a:p>
            <a:pPr>
              <a:defRPr/>
            </a:pPr>
            <a:fld id="{15ED1AFD-BECC-44C0-8A2D-403C557DB55F}" type="slidenum">
              <a:rPr lang="en-US"/>
              <a:pPr>
                <a:defRPr/>
              </a:pPr>
              <a:t>‹#›</a:t>
            </a:fld>
            <a:endParaRPr lang="en-US"/>
          </a:p>
        </p:txBody>
      </p:sp>
      <p:sp>
        <p:nvSpPr>
          <p:cNvPr id="5" name="Rectangle 16"/>
          <p:cNvSpPr>
            <a:spLocks noGrp="1" noChangeArrowheads="1"/>
          </p:cNvSpPr>
          <p:nvPr>
            <p:ph type="dt" sz="half" idx="12"/>
          </p:nvPr>
        </p:nvSpPr>
        <p:spPr>
          <a:ln/>
        </p:spPr>
        <p:txBody>
          <a:bodyPr/>
          <a:lstStyle>
            <a:lvl1pPr>
              <a:defRPr/>
            </a:lvl1pPr>
          </a:lstStyle>
          <a:p>
            <a:pPr>
              <a:defRPr/>
            </a:pPr>
            <a:endParaRPr lang="en-US"/>
          </a:p>
        </p:txBody>
      </p:sp>
    </p:spTree>
    <p:extLst>
      <p:ext uri="{BB962C8B-B14F-4D97-AF65-F5344CB8AC3E}">
        <p14:creationId xmlns:p14="http://schemas.microsoft.com/office/powerpoint/2010/main" val="291168161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2"/>
          <p:cNvSpPr>
            <a:spLocks noGrp="1" noChangeArrowheads="1"/>
          </p:cNvSpPr>
          <p:nvPr>
            <p:ph type="ftr" sz="quarter" idx="10"/>
          </p:nvPr>
        </p:nvSpPr>
        <p:spPr>
          <a:ln/>
        </p:spPr>
        <p:txBody>
          <a:bodyPr/>
          <a:lstStyle>
            <a:lvl1pPr>
              <a:defRPr/>
            </a:lvl1pPr>
          </a:lstStyle>
          <a:p>
            <a:pPr>
              <a:defRPr/>
            </a:pPr>
            <a:endParaRPr lang="en-US"/>
          </a:p>
        </p:txBody>
      </p:sp>
      <p:sp>
        <p:nvSpPr>
          <p:cNvPr id="3" name="Rectangle 3"/>
          <p:cNvSpPr>
            <a:spLocks noGrp="1" noChangeArrowheads="1"/>
          </p:cNvSpPr>
          <p:nvPr>
            <p:ph type="sldNum" sz="quarter" idx="11"/>
          </p:nvPr>
        </p:nvSpPr>
        <p:spPr>
          <a:ln/>
        </p:spPr>
        <p:txBody>
          <a:bodyPr/>
          <a:lstStyle>
            <a:lvl1pPr>
              <a:defRPr/>
            </a:lvl1pPr>
          </a:lstStyle>
          <a:p>
            <a:pPr>
              <a:defRPr/>
            </a:pPr>
            <a:fld id="{C3628A49-95E9-4769-8E55-3A9C189A974A}" type="slidenum">
              <a:rPr lang="en-US"/>
              <a:pPr>
                <a:defRPr/>
              </a:pPr>
              <a:t>‹#›</a:t>
            </a:fld>
            <a:endParaRPr lang="en-US"/>
          </a:p>
        </p:txBody>
      </p:sp>
      <p:sp>
        <p:nvSpPr>
          <p:cNvPr id="4" name="Rectangle 16"/>
          <p:cNvSpPr>
            <a:spLocks noGrp="1" noChangeArrowheads="1"/>
          </p:cNvSpPr>
          <p:nvPr>
            <p:ph type="dt" sz="half" idx="12"/>
          </p:nvPr>
        </p:nvSpPr>
        <p:spPr>
          <a:ln/>
        </p:spPr>
        <p:txBody>
          <a:bodyPr/>
          <a:lstStyle>
            <a:lvl1pPr>
              <a:defRPr/>
            </a:lvl1pPr>
          </a:lstStyle>
          <a:p>
            <a:pPr>
              <a:defRPr/>
            </a:pPr>
            <a:endParaRPr lang="en-US"/>
          </a:p>
        </p:txBody>
      </p:sp>
    </p:spTree>
    <p:extLst>
      <p:ext uri="{BB962C8B-B14F-4D97-AF65-F5344CB8AC3E}">
        <p14:creationId xmlns:p14="http://schemas.microsoft.com/office/powerpoint/2010/main" val="6546563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2"/>
          <p:cNvSpPr>
            <a:spLocks noGrp="1" noChangeArrowheads="1"/>
          </p:cNvSpPr>
          <p:nvPr>
            <p:ph type="ftr" sz="quarter" idx="10"/>
          </p:nvPr>
        </p:nvSpPr>
        <p:spPr>
          <a:ln/>
        </p:spPr>
        <p:txBody>
          <a:bodyPr/>
          <a:lstStyle>
            <a:lvl1pPr>
              <a:defRPr/>
            </a:lvl1pPr>
          </a:lstStyle>
          <a:p>
            <a:pPr>
              <a:defRPr/>
            </a:pPr>
            <a:endParaRPr lang="en-US"/>
          </a:p>
        </p:txBody>
      </p:sp>
      <p:sp>
        <p:nvSpPr>
          <p:cNvPr id="6" name="Rectangle 3"/>
          <p:cNvSpPr>
            <a:spLocks noGrp="1" noChangeArrowheads="1"/>
          </p:cNvSpPr>
          <p:nvPr>
            <p:ph type="sldNum" sz="quarter" idx="11"/>
          </p:nvPr>
        </p:nvSpPr>
        <p:spPr>
          <a:ln/>
        </p:spPr>
        <p:txBody>
          <a:bodyPr/>
          <a:lstStyle>
            <a:lvl1pPr>
              <a:defRPr/>
            </a:lvl1pPr>
          </a:lstStyle>
          <a:p>
            <a:pPr>
              <a:defRPr/>
            </a:pPr>
            <a:fld id="{1E466BD5-8EBC-4F4A-9C60-39FE61BC5ADB}" type="slidenum">
              <a:rPr lang="en-US"/>
              <a:pPr>
                <a:defRPr/>
              </a:pPr>
              <a:t>‹#›</a:t>
            </a:fld>
            <a:endParaRPr lang="en-US"/>
          </a:p>
        </p:txBody>
      </p:sp>
      <p:sp>
        <p:nvSpPr>
          <p:cNvPr id="7" name="Rectangle 16"/>
          <p:cNvSpPr>
            <a:spLocks noGrp="1" noChangeArrowheads="1"/>
          </p:cNvSpPr>
          <p:nvPr>
            <p:ph type="dt" sz="half" idx="12"/>
          </p:nvPr>
        </p:nvSpPr>
        <p:spPr>
          <a:ln/>
        </p:spPr>
        <p:txBody>
          <a:bodyPr/>
          <a:lstStyle>
            <a:lvl1pPr>
              <a:defRPr/>
            </a:lvl1pPr>
          </a:lstStyle>
          <a:p>
            <a:pPr>
              <a:defRPr/>
            </a:pPr>
            <a:endParaRPr lang="en-US"/>
          </a:p>
        </p:txBody>
      </p:sp>
    </p:spTree>
    <p:extLst>
      <p:ext uri="{BB962C8B-B14F-4D97-AF65-F5344CB8AC3E}">
        <p14:creationId xmlns:p14="http://schemas.microsoft.com/office/powerpoint/2010/main" val="23041643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2"/>
          <p:cNvSpPr>
            <a:spLocks noGrp="1" noChangeArrowheads="1"/>
          </p:cNvSpPr>
          <p:nvPr>
            <p:ph type="ftr" sz="quarter" idx="10"/>
          </p:nvPr>
        </p:nvSpPr>
        <p:spPr>
          <a:ln/>
        </p:spPr>
        <p:txBody>
          <a:bodyPr/>
          <a:lstStyle>
            <a:lvl1pPr>
              <a:defRPr/>
            </a:lvl1pPr>
          </a:lstStyle>
          <a:p>
            <a:pPr>
              <a:defRPr/>
            </a:pPr>
            <a:endParaRPr lang="en-US"/>
          </a:p>
        </p:txBody>
      </p:sp>
      <p:sp>
        <p:nvSpPr>
          <p:cNvPr id="6" name="Rectangle 3"/>
          <p:cNvSpPr>
            <a:spLocks noGrp="1" noChangeArrowheads="1"/>
          </p:cNvSpPr>
          <p:nvPr>
            <p:ph type="sldNum" sz="quarter" idx="11"/>
          </p:nvPr>
        </p:nvSpPr>
        <p:spPr>
          <a:ln/>
        </p:spPr>
        <p:txBody>
          <a:bodyPr/>
          <a:lstStyle>
            <a:lvl1pPr>
              <a:defRPr/>
            </a:lvl1pPr>
          </a:lstStyle>
          <a:p>
            <a:pPr>
              <a:defRPr/>
            </a:pPr>
            <a:fld id="{F2AB5B7A-F045-4E9A-9451-46ABEF72B346}" type="slidenum">
              <a:rPr lang="en-US"/>
              <a:pPr>
                <a:defRPr/>
              </a:pPr>
              <a:t>‹#›</a:t>
            </a:fld>
            <a:endParaRPr lang="en-US"/>
          </a:p>
        </p:txBody>
      </p:sp>
      <p:sp>
        <p:nvSpPr>
          <p:cNvPr id="7" name="Rectangle 16"/>
          <p:cNvSpPr>
            <a:spLocks noGrp="1" noChangeArrowheads="1"/>
          </p:cNvSpPr>
          <p:nvPr>
            <p:ph type="dt" sz="half" idx="12"/>
          </p:nvPr>
        </p:nvSpPr>
        <p:spPr>
          <a:ln/>
        </p:spPr>
        <p:txBody>
          <a:bodyPr/>
          <a:lstStyle>
            <a:lvl1pPr>
              <a:defRPr/>
            </a:lvl1pPr>
          </a:lstStyle>
          <a:p>
            <a:pPr>
              <a:defRPr/>
            </a:pPr>
            <a:endParaRPr lang="en-US"/>
          </a:p>
        </p:txBody>
      </p:sp>
    </p:spTree>
    <p:extLst>
      <p:ext uri="{BB962C8B-B14F-4D97-AF65-F5344CB8AC3E}">
        <p14:creationId xmlns:p14="http://schemas.microsoft.com/office/powerpoint/2010/main" val="37734376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2"/>
          <p:cNvSpPr>
            <a:spLocks noGrp="1" noChangeArrowheads="1"/>
          </p:cNvSpPr>
          <p:nvPr>
            <p:ph type="ftr" sz="quarter" idx="10"/>
          </p:nvPr>
        </p:nvSpPr>
        <p:spPr>
          <a:ln/>
        </p:spPr>
        <p:txBody>
          <a:bodyPr/>
          <a:lstStyle>
            <a:lvl1pPr>
              <a:defRPr/>
            </a:lvl1pPr>
          </a:lstStyle>
          <a:p>
            <a:pPr>
              <a:defRPr/>
            </a:pPr>
            <a:endParaRPr lang="en-US"/>
          </a:p>
        </p:txBody>
      </p:sp>
      <p:sp>
        <p:nvSpPr>
          <p:cNvPr id="5" name="Rectangle 3"/>
          <p:cNvSpPr>
            <a:spLocks noGrp="1" noChangeArrowheads="1"/>
          </p:cNvSpPr>
          <p:nvPr>
            <p:ph type="sldNum" sz="quarter" idx="11"/>
          </p:nvPr>
        </p:nvSpPr>
        <p:spPr>
          <a:ln/>
        </p:spPr>
        <p:txBody>
          <a:bodyPr/>
          <a:lstStyle>
            <a:lvl1pPr>
              <a:defRPr/>
            </a:lvl1pPr>
          </a:lstStyle>
          <a:p>
            <a:pPr>
              <a:defRPr/>
            </a:pPr>
            <a:fld id="{E7B04554-3964-49BA-9C43-63FD8F66C108}" type="slidenum">
              <a:rPr lang="en-US"/>
              <a:pPr>
                <a:defRPr/>
              </a:pPr>
              <a:t>‹#›</a:t>
            </a:fld>
            <a:endParaRPr lang="en-US"/>
          </a:p>
        </p:txBody>
      </p:sp>
      <p:sp>
        <p:nvSpPr>
          <p:cNvPr id="6" name="Rectangle 16"/>
          <p:cNvSpPr>
            <a:spLocks noGrp="1" noChangeArrowheads="1"/>
          </p:cNvSpPr>
          <p:nvPr>
            <p:ph type="dt" sz="half" idx="12"/>
          </p:nvPr>
        </p:nvSpPr>
        <p:spPr>
          <a:ln/>
        </p:spPr>
        <p:txBody>
          <a:bodyPr/>
          <a:lstStyle>
            <a:lvl1pPr>
              <a:defRPr/>
            </a:lvl1pPr>
          </a:lstStyle>
          <a:p>
            <a:pPr>
              <a:defRPr/>
            </a:pPr>
            <a:endParaRPr lang="en-US"/>
          </a:p>
        </p:txBody>
      </p:sp>
    </p:spTree>
    <p:extLst>
      <p:ext uri="{BB962C8B-B14F-4D97-AF65-F5344CB8AC3E}">
        <p14:creationId xmlns:p14="http://schemas.microsoft.com/office/powerpoint/2010/main" val="6108911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765175"/>
            <a:ext cx="2057400" cy="5256213"/>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765175"/>
            <a:ext cx="6019800" cy="525621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2"/>
          <p:cNvSpPr>
            <a:spLocks noGrp="1" noChangeArrowheads="1"/>
          </p:cNvSpPr>
          <p:nvPr>
            <p:ph type="ftr" sz="quarter" idx="10"/>
          </p:nvPr>
        </p:nvSpPr>
        <p:spPr>
          <a:ln/>
        </p:spPr>
        <p:txBody>
          <a:bodyPr/>
          <a:lstStyle>
            <a:lvl1pPr>
              <a:defRPr/>
            </a:lvl1pPr>
          </a:lstStyle>
          <a:p>
            <a:pPr>
              <a:defRPr/>
            </a:pPr>
            <a:endParaRPr lang="en-US"/>
          </a:p>
        </p:txBody>
      </p:sp>
      <p:sp>
        <p:nvSpPr>
          <p:cNvPr id="5" name="Rectangle 3"/>
          <p:cNvSpPr>
            <a:spLocks noGrp="1" noChangeArrowheads="1"/>
          </p:cNvSpPr>
          <p:nvPr>
            <p:ph type="sldNum" sz="quarter" idx="11"/>
          </p:nvPr>
        </p:nvSpPr>
        <p:spPr>
          <a:ln/>
        </p:spPr>
        <p:txBody>
          <a:bodyPr/>
          <a:lstStyle>
            <a:lvl1pPr>
              <a:defRPr/>
            </a:lvl1pPr>
          </a:lstStyle>
          <a:p>
            <a:pPr>
              <a:defRPr/>
            </a:pPr>
            <a:fld id="{7286E2AD-BACC-47DD-B282-69CCC4DE4E11}" type="slidenum">
              <a:rPr lang="en-US"/>
              <a:pPr>
                <a:defRPr/>
              </a:pPr>
              <a:t>‹#›</a:t>
            </a:fld>
            <a:endParaRPr lang="en-US"/>
          </a:p>
        </p:txBody>
      </p:sp>
      <p:sp>
        <p:nvSpPr>
          <p:cNvPr id="6" name="Rectangle 16"/>
          <p:cNvSpPr>
            <a:spLocks noGrp="1" noChangeArrowheads="1"/>
          </p:cNvSpPr>
          <p:nvPr>
            <p:ph type="dt" sz="half" idx="12"/>
          </p:nvPr>
        </p:nvSpPr>
        <p:spPr>
          <a:ln/>
        </p:spPr>
        <p:txBody>
          <a:bodyPr/>
          <a:lstStyle>
            <a:lvl1pPr>
              <a:defRPr/>
            </a:lvl1pPr>
          </a:lstStyle>
          <a:p>
            <a:pPr>
              <a:defRPr/>
            </a:pPr>
            <a:endParaRPr lang="en-US"/>
          </a:p>
        </p:txBody>
      </p:sp>
    </p:spTree>
    <p:extLst>
      <p:ext uri="{BB962C8B-B14F-4D97-AF65-F5344CB8AC3E}">
        <p14:creationId xmlns:p14="http://schemas.microsoft.com/office/powerpoint/2010/main" val="33294375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Content">
    <p:spTree>
      <p:nvGrpSpPr>
        <p:cNvPr id="1" name=""/>
        <p:cNvGrpSpPr/>
        <p:nvPr/>
      </p:nvGrpSpPr>
      <p:grpSpPr>
        <a:xfrm>
          <a:off x="0" y="0"/>
          <a:ext cx="0" cy="0"/>
          <a:chOff x="0" y="0"/>
          <a:chExt cx="0" cy="0"/>
        </a:xfrm>
      </p:grpSpPr>
      <p:sp>
        <p:nvSpPr>
          <p:cNvPr id="2" name="Content Placeholder 1"/>
          <p:cNvSpPr>
            <a:spLocks noGrp="1"/>
          </p:cNvSpPr>
          <p:nvPr>
            <p:ph/>
          </p:nvPr>
        </p:nvSpPr>
        <p:spPr>
          <a:xfrm>
            <a:off x="457200" y="765175"/>
            <a:ext cx="8229600" cy="52562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Rectangle 2"/>
          <p:cNvSpPr>
            <a:spLocks noGrp="1" noChangeArrowheads="1"/>
          </p:cNvSpPr>
          <p:nvPr>
            <p:ph type="ftr" sz="quarter" idx="10"/>
          </p:nvPr>
        </p:nvSpPr>
        <p:spPr>
          <a:ln/>
        </p:spPr>
        <p:txBody>
          <a:bodyPr/>
          <a:lstStyle>
            <a:lvl1pPr>
              <a:defRPr/>
            </a:lvl1pPr>
          </a:lstStyle>
          <a:p>
            <a:pPr>
              <a:defRPr/>
            </a:pPr>
            <a:endParaRPr lang="en-US"/>
          </a:p>
        </p:txBody>
      </p:sp>
      <p:sp>
        <p:nvSpPr>
          <p:cNvPr id="4" name="Rectangle 3"/>
          <p:cNvSpPr>
            <a:spLocks noGrp="1" noChangeArrowheads="1"/>
          </p:cNvSpPr>
          <p:nvPr>
            <p:ph type="sldNum" sz="quarter" idx="11"/>
          </p:nvPr>
        </p:nvSpPr>
        <p:spPr>
          <a:ln/>
        </p:spPr>
        <p:txBody>
          <a:bodyPr/>
          <a:lstStyle>
            <a:lvl1pPr>
              <a:defRPr/>
            </a:lvl1pPr>
          </a:lstStyle>
          <a:p>
            <a:pPr>
              <a:defRPr/>
            </a:pPr>
            <a:fld id="{66EDF36C-B34A-483D-846A-9A4344FE003A}" type="slidenum">
              <a:rPr lang="en-US"/>
              <a:pPr>
                <a:defRPr/>
              </a:pPr>
              <a:t>‹#›</a:t>
            </a:fld>
            <a:endParaRPr lang="en-US"/>
          </a:p>
        </p:txBody>
      </p:sp>
      <p:sp>
        <p:nvSpPr>
          <p:cNvPr id="5" name="Rectangle 16"/>
          <p:cNvSpPr>
            <a:spLocks noGrp="1" noChangeArrowheads="1"/>
          </p:cNvSpPr>
          <p:nvPr>
            <p:ph type="dt" sz="half" idx="12"/>
          </p:nvPr>
        </p:nvSpPr>
        <p:spPr>
          <a:ln/>
        </p:spPr>
        <p:txBody>
          <a:bodyPr/>
          <a:lstStyle>
            <a:lvl1pPr>
              <a:defRPr/>
            </a:lvl1pPr>
          </a:lstStyle>
          <a:p>
            <a:pPr>
              <a:defRPr/>
            </a:pPr>
            <a:endParaRPr lang="en-US"/>
          </a:p>
        </p:txBody>
      </p:sp>
    </p:spTree>
    <p:extLst>
      <p:ext uri="{BB962C8B-B14F-4D97-AF65-F5344CB8AC3E}">
        <p14:creationId xmlns:p14="http://schemas.microsoft.com/office/powerpoint/2010/main" val="305005241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765175"/>
            <a:ext cx="8229600" cy="935038"/>
          </a:xfrm>
        </p:spPr>
        <p:txBody>
          <a:bodyPr/>
          <a:lstStyle/>
          <a:p>
            <a:r>
              <a:rPr lang="en-US"/>
              <a:t>Click to edit Master title style</a:t>
            </a:r>
          </a:p>
        </p:txBody>
      </p:sp>
      <p:sp>
        <p:nvSpPr>
          <p:cNvPr id="3" name="Text Placeholder 2"/>
          <p:cNvSpPr>
            <a:spLocks noGrp="1"/>
          </p:cNvSpPr>
          <p:nvPr>
            <p:ph type="body" sz="half" idx="1"/>
          </p:nvPr>
        </p:nvSpPr>
        <p:spPr>
          <a:xfrm>
            <a:off x="457200" y="1773238"/>
            <a:ext cx="4038600" cy="42481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773238"/>
            <a:ext cx="4038600" cy="42481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2"/>
          <p:cNvSpPr>
            <a:spLocks noGrp="1" noChangeArrowheads="1"/>
          </p:cNvSpPr>
          <p:nvPr>
            <p:ph type="ftr" sz="quarter" idx="10"/>
          </p:nvPr>
        </p:nvSpPr>
        <p:spPr>
          <a:ln/>
        </p:spPr>
        <p:txBody>
          <a:bodyPr/>
          <a:lstStyle>
            <a:lvl1pPr>
              <a:defRPr/>
            </a:lvl1pPr>
          </a:lstStyle>
          <a:p>
            <a:pPr>
              <a:defRPr/>
            </a:pPr>
            <a:endParaRPr lang="en-US"/>
          </a:p>
        </p:txBody>
      </p:sp>
      <p:sp>
        <p:nvSpPr>
          <p:cNvPr id="6" name="Rectangle 3"/>
          <p:cNvSpPr>
            <a:spLocks noGrp="1" noChangeArrowheads="1"/>
          </p:cNvSpPr>
          <p:nvPr>
            <p:ph type="sldNum" sz="quarter" idx="11"/>
          </p:nvPr>
        </p:nvSpPr>
        <p:spPr>
          <a:ln/>
        </p:spPr>
        <p:txBody>
          <a:bodyPr/>
          <a:lstStyle>
            <a:lvl1pPr>
              <a:defRPr/>
            </a:lvl1pPr>
          </a:lstStyle>
          <a:p>
            <a:pPr>
              <a:defRPr/>
            </a:pPr>
            <a:fld id="{73F0E657-57B9-4DB0-9F40-D64DCDE7523D}" type="slidenum">
              <a:rPr lang="en-US"/>
              <a:pPr>
                <a:defRPr/>
              </a:pPr>
              <a:t>‹#›</a:t>
            </a:fld>
            <a:endParaRPr lang="en-US"/>
          </a:p>
        </p:txBody>
      </p:sp>
      <p:sp>
        <p:nvSpPr>
          <p:cNvPr id="7" name="Rectangle 16"/>
          <p:cNvSpPr>
            <a:spLocks noGrp="1" noChangeArrowheads="1"/>
          </p:cNvSpPr>
          <p:nvPr>
            <p:ph type="dt" sz="half" idx="12"/>
          </p:nvPr>
        </p:nvSpPr>
        <p:spPr>
          <a:ln/>
        </p:spPr>
        <p:txBody>
          <a:bodyPr/>
          <a:lstStyle>
            <a:lvl1pPr>
              <a:defRPr/>
            </a:lvl1pPr>
          </a:lstStyle>
          <a:p>
            <a:pPr>
              <a:defRPr/>
            </a:pPr>
            <a:endParaRPr lang="en-US"/>
          </a:p>
        </p:txBody>
      </p:sp>
    </p:spTree>
    <p:extLst>
      <p:ext uri="{BB962C8B-B14F-4D97-AF65-F5344CB8AC3E}">
        <p14:creationId xmlns:p14="http://schemas.microsoft.com/office/powerpoint/2010/main" val="4764662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ftr" sz="quarter" idx="3"/>
          </p:nvPr>
        </p:nvSpPr>
        <p:spPr bwMode="auto">
          <a:xfrm>
            <a:off x="3124200" y="6248400"/>
            <a:ext cx="28956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ctr" eaLnBrk="0" hangingPunct="0">
              <a:defRPr sz="1200">
                <a:latin typeface="Arial" charset="0"/>
                <a:cs typeface="+mn-cs"/>
              </a:defRPr>
            </a:lvl1pPr>
          </a:lstStyle>
          <a:p>
            <a:pPr>
              <a:defRPr/>
            </a:pPr>
            <a:endParaRPr lang="en-US"/>
          </a:p>
        </p:txBody>
      </p:sp>
      <p:sp>
        <p:nvSpPr>
          <p:cNvPr id="4099" name="Rectangle 3"/>
          <p:cNvSpPr>
            <a:spLocks noGrp="1" noChangeArrowheads="1"/>
          </p:cNvSpPr>
          <p:nvPr>
            <p:ph type="sldNum" sz="quarter" idx="4"/>
          </p:nvPr>
        </p:nvSpPr>
        <p:spPr bwMode="auto">
          <a:xfrm>
            <a:off x="6553200" y="6248400"/>
            <a:ext cx="21336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200">
                <a:latin typeface="Arial Black" panose="020B0A04020102020204" pitchFamily="34" charset="0"/>
              </a:defRPr>
            </a:lvl1pPr>
          </a:lstStyle>
          <a:p>
            <a:pPr>
              <a:defRPr/>
            </a:pPr>
            <a:fld id="{E0592C3A-B9E6-4C85-8DCD-3ACB49EFD069}" type="slidenum">
              <a:rPr lang="en-US"/>
              <a:pPr>
                <a:defRPr/>
              </a:pPr>
              <a:t>‹#›</a:t>
            </a:fld>
            <a:endParaRPr lang="en-US"/>
          </a:p>
        </p:txBody>
      </p:sp>
      <p:grpSp>
        <p:nvGrpSpPr>
          <p:cNvPr id="1028" name="Group 4"/>
          <p:cNvGrpSpPr>
            <a:grpSpLocks/>
          </p:cNvGrpSpPr>
          <p:nvPr/>
        </p:nvGrpSpPr>
        <p:grpSpPr bwMode="auto">
          <a:xfrm>
            <a:off x="0" y="0"/>
            <a:ext cx="9144000" cy="546100"/>
            <a:chOff x="0" y="0"/>
            <a:chExt cx="5760" cy="344"/>
          </a:xfrm>
        </p:grpSpPr>
        <p:sp>
          <p:nvSpPr>
            <p:cNvPr id="1033" name="Rectangle 5"/>
            <p:cNvSpPr>
              <a:spLocks noChangeArrowheads="1"/>
            </p:cNvSpPr>
            <p:nvPr/>
          </p:nvSpPr>
          <p:spPr bwMode="auto">
            <a:xfrm>
              <a:off x="0" y="0"/>
              <a:ext cx="180" cy="336"/>
            </a:xfrm>
            <a:prstGeom prst="rect">
              <a:avLst/>
            </a:prstGeom>
            <a:gradFill rotWithShape="0">
              <a:gsLst>
                <a:gs pos="0">
                  <a:schemeClr val="folHlink"/>
                </a:gs>
                <a:gs pos="100000">
                  <a:schemeClr val="bg1"/>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a:defRPr/>
              </a:pPr>
              <a:endParaRPr lang="en-US" sz="2400">
                <a:latin typeface="Times New Roman" panose="02020603050405020304" pitchFamily="18" charset="0"/>
              </a:endParaRPr>
            </a:p>
          </p:txBody>
        </p:sp>
        <p:sp>
          <p:nvSpPr>
            <p:cNvPr id="1034" name="Rectangle 6"/>
            <p:cNvSpPr>
              <a:spLocks noChangeArrowheads="1"/>
            </p:cNvSpPr>
            <p:nvPr/>
          </p:nvSpPr>
          <p:spPr bwMode="auto">
            <a:xfrm>
              <a:off x="260" y="85"/>
              <a:ext cx="5500" cy="173"/>
            </a:xfrm>
            <a:prstGeom prst="rect">
              <a:avLst/>
            </a:prstGeom>
            <a:gradFill rotWithShape="0">
              <a:gsLst>
                <a:gs pos="0">
                  <a:schemeClr val="bg2"/>
                </a:gs>
                <a:gs pos="100000">
                  <a:schemeClr val="bg1"/>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defRPr/>
              </a:pPr>
              <a:endParaRPr lang="en-US" sz="2400">
                <a:latin typeface="Times New Roman" panose="02020603050405020304" pitchFamily="18" charset="0"/>
              </a:endParaRPr>
            </a:p>
          </p:txBody>
        </p:sp>
        <p:sp>
          <p:nvSpPr>
            <p:cNvPr id="1035" name="Rectangle 7"/>
            <p:cNvSpPr>
              <a:spLocks noChangeArrowheads="1"/>
            </p:cNvSpPr>
            <p:nvPr/>
          </p:nvSpPr>
          <p:spPr bwMode="auto">
            <a:xfrm>
              <a:off x="258" y="85"/>
              <a:ext cx="87" cy="89"/>
            </a:xfrm>
            <a:prstGeom prst="rect">
              <a:avLst/>
            </a:prstGeom>
            <a:solidFill>
              <a:schemeClr val="folHlink"/>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defRPr/>
              </a:pPr>
              <a:endParaRPr lang="en-US">
                <a:solidFill>
                  <a:schemeClr val="hlink"/>
                </a:solidFill>
              </a:endParaRPr>
            </a:p>
          </p:txBody>
        </p:sp>
        <p:sp>
          <p:nvSpPr>
            <p:cNvPr id="1036" name="Rectangle 8"/>
            <p:cNvSpPr>
              <a:spLocks noChangeArrowheads="1"/>
            </p:cNvSpPr>
            <p:nvPr/>
          </p:nvSpPr>
          <p:spPr bwMode="auto">
            <a:xfrm>
              <a:off x="345" y="0"/>
              <a:ext cx="88" cy="87"/>
            </a:xfrm>
            <a:prstGeom prst="rect">
              <a:avLst/>
            </a:prstGeom>
            <a:solidFill>
              <a:schemeClr val="folHlink"/>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defRPr/>
              </a:pPr>
              <a:endParaRPr lang="en-US">
                <a:solidFill>
                  <a:schemeClr val="hlink"/>
                </a:solidFill>
              </a:endParaRPr>
            </a:p>
          </p:txBody>
        </p:sp>
        <p:sp>
          <p:nvSpPr>
            <p:cNvPr id="1037" name="Rectangle 9"/>
            <p:cNvSpPr>
              <a:spLocks noChangeArrowheads="1"/>
            </p:cNvSpPr>
            <p:nvPr/>
          </p:nvSpPr>
          <p:spPr bwMode="auto">
            <a:xfrm>
              <a:off x="345" y="85"/>
              <a:ext cx="88" cy="89"/>
            </a:xfrm>
            <a:prstGeom prst="rect">
              <a:avLst/>
            </a:prstGeom>
            <a:solidFill>
              <a:schemeClr val="accent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defRPr/>
              </a:pPr>
              <a:endParaRPr lang="en-US">
                <a:solidFill>
                  <a:schemeClr val="accent2"/>
                </a:solidFill>
              </a:endParaRPr>
            </a:p>
          </p:txBody>
        </p:sp>
        <p:sp>
          <p:nvSpPr>
            <p:cNvPr id="1038" name="Rectangle 10"/>
            <p:cNvSpPr>
              <a:spLocks noChangeArrowheads="1"/>
            </p:cNvSpPr>
            <p:nvPr/>
          </p:nvSpPr>
          <p:spPr bwMode="auto">
            <a:xfrm>
              <a:off x="173" y="173"/>
              <a:ext cx="86" cy="87"/>
            </a:xfrm>
            <a:prstGeom prst="rect">
              <a:avLst/>
            </a:prstGeom>
            <a:solidFill>
              <a:schemeClr val="folHlink"/>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defRPr/>
              </a:pPr>
              <a:endParaRPr lang="en-US">
                <a:solidFill>
                  <a:schemeClr val="hlink"/>
                </a:solidFill>
              </a:endParaRPr>
            </a:p>
          </p:txBody>
        </p:sp>
        <p:sp>
          <p:nvSpPr>
            <p:cNvPr id="1039" name="Rectangle 11"/>
            <p:cNvSpPr>
              <a:spLocks noChangeArrowheads="1"/>
            </p:cNvSpPr>
            <p:nvPr/>
          </p:nvSpPr>
          <p:spPr bwMode="auto">
            <a:xfrm>
              <a:off x="83" y="86"/>
              <a:ext cx="89" cy="87"/>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defRPr/>
              </a:pPr>
              <a:endParaRPr lang="en-US" sz="2400">
                <a:latin typeface="Times New Roman" panose="02020603050405020304" pitchFamily="18" charset="0"/>
              </a:endParaRPr>
            </a:p>
          </p:txBody>
        </p:sp>
        <p:sp>
          <p:nvSpPr>
            <p:cNvPr id="1040" name="Rectangle 12"/>
            <p:cNvSpPr>
              <a:spLocks noChangeArrowheads="1"/>
            </p:cNvSpPr>
            <p:nvPr/>
          </p:nvSpPr>
          <p:spPr bwMode="auto">
            <a:xfrm>
              <a:off x="258" y="171"/>
              <a:ext cx="87" cy="87"/>
            </a:xfrm>
            <a:prstGeom prst="rect">
              <a:avLst/>
            </a:prstGeom>
            <a:solidFill>
              <a:schemeClr val="accent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defRPr/>
              </a:pPr>
              <a:endParaRPr lang="en-US">
                <a:solidFill>
                  <a:schemeClr val="accent2"/>
                </a:solidFill>
              </a:endParaRPr>
            </a:p>
          </p:txBody>
        </p:sp>
        <p:sp>
          <p:nvSpPr>
            <p:cNvPr id="1041" name="Rectangle 13"/>
            <p:cNvSpPr>
              <a:spLocks noChangeArrowheads="1"/>
            </p:cNvSpPr>
            <p:nvPr/>
          </p:nvSpPr>
          <p:spPr bwMode="auto">
            <a:xfrm>
              <a:off x="173" y="258"/>
              <a:ext cx="86" cy="86"/>
            </a:xfrm>
            <a:prstGeom prst="rect">
              <a:avLst/>
            </a:prstGeom>
            <a:solidFill>
              <a:schemeClr val="accent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defRPr/>
              </a:pPr>
              <a:endParaRPr lang="en-US">
                <a:solidFill>
                  <a:schemeClr val="accent2"/>
                </a:solidFill>
              </a:endParaRPr>
            </a:p>
          </p:txBody>
        </p:sp>
      </p:grpSp>
      <p:sp>
        <p:nvSpPr>
          <p:cNvPr id="1029" name="Rectangle 14"/>
          <p:cNvSpPr>
            <a:spLocks noGrp="1" noChangeArrowheads="1"/>
          </p:cNvSpPr>
          <p:nvPr>
            <p:ph type="title"/>
          </p:nvPr>
        </p:nvSpPr>
        <p:spPr bwMode="auto">
          <a:xfrm>
            <a:off x="457200" y="765175"/>
            <a:ext cx="8229600" cy="935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endParaRPr lang="ru-RU"/>
          </a:p>
        </p:txBody>
      </p:sp>
      <p:sp>
        <p:nvSpPr>
          <p:cNvPr id="1030" name="Rectangle 15"/>
          <p:cNvSpPr>
            <a:spLocks noGrp="1" noChangeArrowheads="1"/>
          </p:cNvSpPr>
          <p:nvPr>
            <p:ph type="body" idx="1"/>
          </p:nvPr>
        </p:nvSpPr>
        <p:spPr bwMode="auto">
          <a:xfrm>
            <a:off x="457200" y="1773238"/>
            <a:ext cx="8229600" cy="4248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4112" name="Rectangle 16"/>
          <p:cNvSpPr>
            <a:spLocks noGrp="1" noChangeArrowheads="1"/>
          </p:cNvSpPr>
          <p:nvPr>
            <p:ph type="dt" sz="half" idx="2"/>
          </p:nvPr>
        </p:nvSpPr>
        <p:spPr bwMode="auto">
          <a:xfrm>
            <a:off x="457200" y="6245225"/>
            <a:ext cx="2133600" cy="47625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0" hangingPunct="0">
              <a:defRPr sz="1200">
                <a:latin typeface="Arial" charset="0"/>
                <a:cs typeface="+mn-cs"/>
              </a:defRPr>
            </a:lvl1pPr>
          </a:lstStyle>
          <a:p>
            <a:pPr>
              <a:defRPr/>
            </a:pPr>
            <a:endParaRPr lang="en-US"/>
          </a:p>
        </p:txBody>
      </p:sp>
      <p:pic>
        <p:nvPicPr>
          <p:cNvPr id="1032" name="Picture 17" descr="PP_WIUT_Attachment"/>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0" y="0"/>
            <a:ext cx="7524750" cy="638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757" r:id="rId1"/>
    <p:sldLayoutId id="2147483745" r:id="rId2"/>
    <p:sldLayoutId id="2147483746" r:id="rId3"/>
    <p:sldLayoutId id="2147483747" r:id="rId4"/>
    <p:sldLayoutId id="2147483748" r:id="rId5"/>
    <p:sldLayoutId id="2147483749" r:id="rId6"/>
    <p:sldLayoutId id="2147483750" r:id="rId7"/>
    <p:sldLayoutId id="2147483751" r:id="rId8"/>
    <p:sldLayoutId id="2147483752" r:id="rId9"/>
    <p:sldLayoutId id="2147483753" r:id="rId10"/>
    <p:sldLayoutId id="2147483754" r:id="rId11"/>
    <p:sldLayoutId id="2147483755" r:id="rId12"/>
    <p:sldLayoutId id="2147483756" r:id="rId13"/>
  </p:sldLayoutIdLst>
  <p:txStyles>
    <p:titleStyle>
      <a:lvl1pPr algn="l" rtl="0" eaLnBrk="0" fontAlgn="base" hangingPunct="0">
        <a:spcBef>
          <a:spcPct val="0"/>
        </a:spcBef>
        <a:spcAft>
          <a:spcPct val="0"/>
        </a:spcAft>
        <a:defRPr sz="4400">
          <a:solidFill>
            <a:schemeClr val="tx1"/>
          </a:solidFill>
          <a:latin typeface="+mj-lt"/>
          <a:ea typeface="+mj-ea"/>
          <a:cs typeface="+mj-cs"/>
        </a:defRPr>
      </a:lvl1pPr>
      <a:lvl2pPr algn="l" rtl="0" eaLnBrk="0" fontAlgn="base" hangingPunct="0">
        <a:spcBef>
          <a:spcPct val="0"/>
        </a:spcBef>
        <a:spcAft>
          <a:spcPct val="0"/>
        </a:spcAft>
        <a:defRPr sz="4400">
          <a:solidFill>
            <a:schemeClr val="tx1"/>
          </a:solidFill>
          <a:latin typeface="Arial" charset="0"/>
        </a:defRPr>
      </a:lvl2pPr>
      <a:lvl3pPr algn="l" rtl="0" eaLnBrk="0" fontAlgn="base" hangingPunct="0">
        <a:spcBef>
          <a:spcPct val="0"/>
        </a:spcBef>
        <a:spcAft>
          <a:spcPct val="0"/>
        </a:spcAft>
        <a:defRPr sz="4400">
          <a:solidFill>
            <a:schemeClr val="tx1"/>
          </a:solidFill>
          <a:latin typeface="Arial" charset="0"/>
        </a:defRPr>
      </a:lvl3pPr>
      <a:lvl4pPr algn="l" rtl="0" eaLnBrk="0" fontAlgn="base" hangingPunct="0">
        <a:spcBef>
          <a:spcPct val="0"/>
        </a:spcBef>
        <a:spcAft>
          <a:spcPct val="0"/>
        </a:spcAft>
        <a:defRPr sz="4400">
          <a:solidFill>
            <a:schemeClr val="tx1"/>
          </a:solidFill>
          <a:latin typeface="Arial" charset="0"/>
        </a:defRPr>
      </a:lvl4pPr>
      <a:lvl5pPr algn="l" rtl="0" eaLnBrk="0" fontAlgn="base" hangingPunct="0">
        <a:spcBef>
          <a:spcPct val="0"/>
        </a:spcBef>
        <a:spcAft>
          <a:spcPct val="0"/>
        </a:spcAft>
        <a:defRPr sz="4400">
          <a:solidFill>
            <a:schemeClr val="tx1"/>
          </a:solidFill>
          <a:latin typeface="Arial" charset="0"/>
        </a:defRPr>
      </a:lvl5pPr>
      <a:lvl6pPr marL="457200" algn="l" rtl="0" eaLnBrk="1" fontAlgn="base" hangingPunct="1">
        <a:spcBef>
          <a:spcPct val="0"/>
        </a:spcBef>
        <a:spcAft>
          <a:spcPct val="0"/>
        </a:spcAft>
        <a:defRPr sz="4400">
          <a:solidFill>
            <a:schemeClr val="tx1"/>
          </a:solidFill>
          <a:latin typeface="Arial" charset="0"/>
        </a:defRPr>
      </a:lvl6pPr>
      <a:lvl7pPr marL="914400" algn="l" rtl="0" eaLnBrk="1" fontAlgn="base" hangingPunct="1">
        <a:spcBef>
          <a:spcPct val="0"/>
        </a:spcBef>
        <a:spcAft>
          <a:spcPct val="0"/>
        </a:spcAft>
        <a:defRPr sz="4400">
          <a:solidFill>
            <a:schemeClr val="tx1"/>
          </a:solidFill>
          <a:latin typeface="Arial" charset="0"/>
        </a:defRPr>
      </a:lvl7pPr>
      <a:lvl8pPr marL="1371600" algn="l" rtl="0" eaLnBrk="1" fontAlgn="base" hangingPunct="1">
        <a:spcBef>
          <a:spcPct val="0"/>
        </a:spcBef>
        <a:spcAft>
          <a:spcPct val="0"/>
        </a:spcAft>
        <a:defRPr sz="4400">
          <a:solidFill>
            <a:schemeClr val="tx1"/>
          </a:solidFill>
          <a:latin typeface="Arial" charset="0"/>
        </a:defRPr>
      </a:lvl8pPr>
      <a:lvl9pPr marL="1828800" algn="l" rtl="0" eaLnBrk="1" fontAlgn="base" hangingPunct="1">
        <a:spcBef>
          <a:spcPct val="0"/>
        </a:spcBef>
        <a:spcAft>
          <a:spcPct val="0"/>
        </a:spcAft>
        <a:defRPr sz="4400">
          <a:solidFill>
            <a:schemeClr val="tx1"/>
          </a:solidFill>
          <a:latin typeface="Arial" charset="0"/>
        </a:defRPr>
      </a:lvl9pPr>
    </p:titleStyle>
    <p:bodyStyle>
      <a:lvl1pPr marL="342900" indent="-342900" algn="l" rtl="0" eaLnBrk="0" fontAlgn="base" hangingPunct="0">
        <a:spcBef>
          <a:spcPct val="20000"/>
        </a:spcBef>
        <a:spcAft>
          <a:spcPct val="0"/>
        </a:spcAft>
        <a:buClr>
          <a:schemeClr val="bg2"/>
        </a:buClr>
        <a:buSzPct val="75000"/>
        <a:buFont typeface="Wingdings" panose="05000000000000000000" pitchFamily="2" charset="2"/>
        <a:buChar char="n"/>
        <a:defRPr sz="32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2"/>
        </a:buClr>
        <a:buSzPct val="80000"/>
        <a:buFont typeface="Wingdings" panose="05000000000000000000" pitchFamily="2" charset="2"/>
        <a:buChar char="¨"/>
        <a:defRPr sz="2800">
          <a:solidFill>
            <a:schemeClr val="tx1"/>
          </a:solidFill>
          <a:latin typeface="+mn-lt"/>
        </a:defRPr>
      </a:lvl2pPr>
      <a:lvl3pPr marL="1143000" indent="-228600" algn="l" rtl="0" eaLnBrk="0" fontAlgn="base" hangingPunct="0">
        <a:spcBef>
          <a:spcPct val="20000"/>
        </a:spcBef>
        <a:spcAft>
          <a:spcPct val="0"/>
        </a:spcAft>
        <a:buClr>
          <a:schemeClr val="bg2"/>
        </a:buClr>
        <a:buSzPct val="65000"/>
        <a:buFont typeface="Wingdings" panose="05000000000000000000" pitchFamily="2" charset="2"/>
        <a:buChar char="n"/>
        <a:defRPr sz="2400">
          <a:solidFill>
            <a:schemeClr val="tx1"/>
          </a:solidFill>
          <a:latin typeface="+mn-lt"/>
        </a:defRPr>
      </a:lvl3pPr>
      <a:lvl4pPr marL="1600200" indent="-228600" algn="l" rtl="0" eaLnBrk="0" fontAlgn="base" hangingPunct="0">
        <a:spcBef>
          <a:spcPct val="20000"/>
        </a:spcBef>
        <a:spcAft>
          <a:spcPct val="0"/>
        </a:spcAft>
        <a:buClr>
          <a:schemeClr val="accent2"/>
        </a:buClr>
        <a:buSzPct val="70000"/>
        <a:buFont typeface="Wingdings" panose="05000000000000000000" pitchFamily="2" charset="2"/>
        <a:buChar char="¨"/>
        <a:defRPr sz="2000">
          <a:solidFill>
            <a:schemeClr val="tx1"/>
          </a:solidFill>
          <a:latin typeface="+mn-lt"/>
        </a:defRPr>
      </a:lvl4pPr>
      <a:lvl5pPr marL="2057400" indent="-228600" algn="l" rtl="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mn-lt"/>
        </a:defRPr>
      </a:lvl5pPr>
      <a:lvl6pPr marL="2514600" indent="-228600" algn="l" rtl="0" eaLnBrk="1" fontAlgn="base" hangingPunct="1">
        <a:spcBef>
          <a:spcPct val="20000"/>
        </a:spcBef>
        <a:spcAft>
          <a:spcPct val="0"/>
        </a:spcAft>
        <a:buClr>
          <a:schemeClr val="bg2"/>
        </a:buClr>
        <a:buFont typeface="Wingdings" pitchFamily="2" charset="2"/>
        <a:buChar char="§"/>
        <a:defRPr sz="2000">
          <a:solidFill>
            <a:schemeClr val="tx1"/>
          </a:solidFill>
          <a:latin typeface="+mn-lt"/>
        </a:defRPr>
      </a:lvl6pPr>
      <a:lvl7pPr marL="2971800" indent="-228600" algn="l" rtl="0" eaLnBrk="1" fontAlgn="base" hangingPunct="1">
        <a:spcBef>
          <a:spcPct val="20000"/>
        </a:spcBef>
        <a:spcAft>
          <a:spcPct val="0"/>
        </a:spcAft>
        <a:buClr>
          <a:schemeClr val="bg2"/>
        </a:buClr>
        <a:buFont typeface="Wingdings" pitchFamily="2" charset="2"/>
        <a:buChar char="§"/>
        <a:defRPr sz="2000">
          <a:solidFill>
            <a:schemeClr val="tx1"/>
          </a:solidFill>
          <a:latin typeface="+mn-lt"/>
        </a:defRPr>
      </a:lvl7pPr>
      <a:lvl8pPr marL="3429000" indent="-228600" algn="l" rtl="0" eaLnBrk="1" fontAlgn="base" hangingPunct="1">
        <a:spcBef>
          <a:spcPct val="20000"/>
        </a:spcBef>
        <a:spcAft>
          <a:spcPct val="0"/>
        </a:spcAft>
        <a:buClr>
          <a:schemeClr val="bg2"/>
        </a:buClr>
        <a:buFont typeface="Wingdings" pitchFamily="2" charset="2"/>
        <a:buChar char="§"/>
        <a:defRPr sz="2000">
          <a:solidFill>
            <a:schemeClr val="tx1"/>
          </a:solidFill>
          <a:latin typeface="+mn-lt"/>
        </a:defRPr>
      </a:lvl8pPr>
      <a:lvl9pPr marL="3886200" indent="-228600" algn="l" rtl="0" eaLnBrk="1" fontAlgn="base" hangingPunct="1">
        <a:spcBef>
          <a:spcPct val="20000"/>
        </a:spcBef>
        <a:spcAft>
          <a:spcPct val="0"/>
        </a:spcAft>
        <a:buClr>
          <a:schemeClr val="bg2"/>
        </a:buClr>
        <a:buFont typeface="Wingdings" pitchFamily="2" charset="2"/>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8.gif"/><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hyperlink" Target="https://www.w3resource.com/csharp-exercises/searching-and-sorting-algorithm/searching-and-sorting-algorithm-exercise-9.php"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p:txBody>
          <a:bodyPr/>
          <a:lstStyle/>
          <a:p>
            <a:pPr eaLnBrk="1" hangingPunct="1"/>
            <a:r>
              <a:rPr lang="en-US" dirty="0"/>
              <a:t>Lecture 19</a:t>
            </a:r>
          </a:p>
        </p:txBody>
      </p:sp>
      <p:sp>
        <p:nvSpPr>
          <p:cNvPr id="3075" name="Rectangle 3"/>
          <p:cNvSpPr>
            <a:spLocks noGrp="1" noChangeArrowheads="1"/>
          </p:cNvSpPr>
          <p:nvPr>
            <p:ph type="subTitle" idx="1"/>
          </p:nvPr>
        </p:nvSpPr>
        <p:spPr/>
        <p:txBody>
          <a:bodyPr/>
          <a:lstStyle/>
          <a:p>
            <a:pPr eaLnBrk="1" hangingPunct="1"/>
            <a:r>
              <a:rPr lang="en-US" dirty="0"/>
              <a:t>Sorting Algorithms</a:t>
            </a:r>
          </a:p>
          <a:p>
            <a:pPr eaLnBrk="1" hangingPunct="1"/>
            <a:r>
              <a:rPr lang="en-US" dirty="0"/>
              <a:t>Searching Algorithms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p:txBody>
          <a:bodyPr/>
          <a:lstStyle/>
          <a:p>
            <a:pPr eaLnBrk="1" hangingPunct="1"/>
            <a:r>
              <a:rPr lang="en-US"/>
              <a:t>Outcomes</a:t>
            </a:r>
          </a:p>
        </p:txBody>
      </p:sp>
      <p:sp>
        <p:nvSpPr>
          <p:cNvPr id="4099" name="Rectangle 3"/>
          <p:cNvSpPr>
            <a:spLocks noGrp="1" noChangeArrowheads="1"/>
          </p:cNvSpPr>
          <p:nvPr>
            <p:ph idx="1"/>
          </p:nvPr>
        </p:nvSpPr>
        <p:spPr/>
        <p:txBody>
          <a:bodyPr/>
          <a:lstStyle/>
          <a:p>
            <a:pPr eaLnBrk="1" hangingPunct="1"/>
            <a:r>
              <a:rPr lang="en-US" dirty="0"/>
              <a:t>Understand bubble sort</a:t>
            </a:r>
          </a:p>
          <a:p>
            <a:pPr eaLnBrk="1" hangingPunct="1"/>
            <a:r>
              <a:rPr lang="en-US" dirty="0"/>
              <a:t>Understand insertion sort</a:t>
            </a:r>
          </a:p>
          <a:p>
            <a:pPr eaLnBrk="1" hangingPunct="1"/>
            <a:r>
              <a:rPr lang="en-US" dirty="0"/>
              <a:t>Understand selection sort</a:t>
            </a:r>
          </a:p>
          <a:p>
            <a:pPr eaLnBrk="1" hangingPunct="1"/>
            <a:r>
              <a:rPr lang="en-US" dirty="0"/>
              <a:t>Understand quick sort</a:t>
            </a:r>
          </a:p>
          <a:p>
            <a:pPr eaLnBrk="1" hangingPunct="1"/>
            <a:r>
              <a:rPr lang="en-US" dirty="0"/>
              <a:t>Understand Sequential search</a:t>
            </a:r>
          </a:p>
          <a:p>
            <a:pPr eaLnBrk="1" hangingPunct="1"/>
            <a:r>
              <a:rPr lang="en-US" dirty="0"/>
              <a:t>Understand searching for extremes</a:t>
            </a:r>
          </a:p>
          <a:p>
            <a:pPr eaLnBrk="1" hangingPunct="1"/>
            <a:r>
              <a:rPr lang="en-US" dirty="0"/>
              <a:t>Understand Binary search</a:t>
            </a:r>
          </a:p>
          <a:p>
            <a:pPr eaLnBrk="1" hangingPunct="1"/>
            <a:r>
              <a:rPr lang="en-US" dirty="0"/>
              <a:t>To be able to implement them in C#</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Title 1"/>
          <p:cNvSpPr>
            <a:spLocks noGrp="1"/>
          </p:cNvSpPr>
          <p:nvPr>
            <p:ph type="title"/>
          </p:nvPr>
        </p:nvSpPr>
        <p:spPr/>
        <p:txBody>
          <a:bodyPr/>
          <a:lstStyle/>
          <a:p>
            <a:pPr eaLnBrk="1" hangingPunct="1"/>
            <a:r>
              <a:rPr lang="en-US" b="1"/>
              <a:t>Bubble Sort</a:t>
            </a:r>
            <a:endParaRPr lang="en-US"/>
          </a:p>
        </p:txBody>
      </p:sp>
      <p:sp>
        <p:nvSpPr>
          <p:cNvPr id="5123" name="Content Placeholder 2"/>
          <p:cNvSpPr>
            <a:spLocks noGrp="1"/>
          </p:cNvSpPr>
          <p:nvPr>
            <p:ph idx="1"/>
          </p:nvPr>
        </p:nvSpPr>
        <p:spPr/>
        <p:txBody>
          <a:bodyPr/>
          <a:lstStyle/>
          <a:p>
            <a:pPr eaLnBrk="1" hangingPunct="1"/>
            <a:r>
              <a:rPr lang="en-US" b="1"/>
              <a:t>Values “float like a bubble” from one end of the list to another</a:t>
            </a:r>
          </a:p>
          <a:p>
            <a:pPr eaLnBrk="1" hangingPunct="1"/>
            <a:endParaRPr lang="en-US" b="1"/>
          </a:p>
          <a:p>
            <a:pPr eaLnBrk="1" hangingPunct="1"/>
            <a:endParaRPr lang="en-US"/>
          </a:p>
        </p:txBody>
      </p:sp>
      <p:pic>
        <p:nvPicPr>
          <p:cNvPr id="5124" name="Picture 5" descr="big_bubbles_bloss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1950" y="3505200"/>
            <a:ext cx="4286250" cy="2924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125" name="Picture 5" descr="big_bubbles_bloss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72000" y="3505200"/>
            <a:ext cx="4286250" cy="2924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p:txBody>
          <a:bodyPr/>
          <a:lstStyle/>
          <a:p>
            <a:pPr eaLnBrk="1" hangingPunct="1"/>
            <a:r>
              <a:rPr lang="en-US"/>
              <a:t>Bubble Sort</a:t>
            </a:r>
          </a:p>
        </p:txBody>
      </p:sp>
      <p:pic>
        <p:nvPicPr>
          <p:cNvPr id="6147" name="Picture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1000" y="1981200"/>
            <a:ext cx="8382000" cy="4211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p:txBody>
          <a:bodyPr/>
          <a:lstStyle/>
          <a:p>
            <a:pPr eaLnBrk="1" hangingPunct="1"/>
            <a:r>
              <a:rPr lang="en-US"/>
              <a:t>Bubble Sort</a:t>
            </a:r>
          </a:p>
        </p:txBody>
      </p:sp>
      <p:pic>
        <p:nvPicPr>
          <p:cNvPr id="7171" name="Picture 2"/>
          <p:cNvPicPr>
            <a:picLocks noChangeAspect="1" noChangeArrowheads="1"/>
          </p:cNvPicPr>
          <p:nvPr/>
        </p:nvPicPr>
        <p:blipFill>
          <a:blip r:embed="rId2">
            <a:extLst>
              <a:ext uri="{28A0092B-C50C-407E-A947-70E740481C1C}">
                <a14:useLocalDpi xmlns:a14="http://schemas.microsoft.com/office/drawing/2010/main" val="0"/>
              </a:ext>
            </a:extLst>
          </a:blip>
          <a:srcRect r="18182"/>
          <a:stretch>
            <a:fillRect/>
          </a:stretch>
        </p:blipFill>
        <p:spPr bwMode="auto">
          <a:xfrm>
            <a:off x="990600" y="1933575"/>
            <a:ext cx="6858000" cy="4467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pPr eaLnBrk="1" hangingPunct="1"/>
            <a:r>
              <a:rPr lang="en-US"/>
              <a:t>Bubble Sort</a:t>
            </a:r>
          </a:p>
        </p:txBody>
      </p:sp>
      <p:pic>
        <p:nvPicPr>
          <p:cNvPr id="8195" name="Picture 2"/>
          <p:cNvPicPr>
            <a:picLocks noChangeAspect="1" noChangeArrowheads="1"/>
          </p:cNvPicPr>
          <p:nvPr/>
        </p:nvPicPr>
        <p:blipFill>
          <a:blip r:embed="rId2">
            <a:extLst>
              <a:ext uri="{28A0092B-C50C-407E-A947-70E740481C1C}">
                <a14:useLocalDpi xmlns:a14="http://schemas.microsoft.com/office/drawing/2010/main" val="0"/>
              </a:ext>
            </a:extLst>
          </a:blip>
          <a:srcRect r="5608"/>
          <a:stretch>
            <a:fillRect/>
          </a:stretch>
        </p:blipFill>
        <p:spPr bwMode="auto">
          <a:xfrm>
            <a:off x="990600" y="1981200"/>
            <a:ext cx="7696200" cy="4246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pPr eaLnBrk="1" hangingPunct="1"/>
            <a:r>
              <a:rPr lang="en-US"/>
              <a:t>Selection Sort</a:t>
            </a:r>
          </a:p>
        </p:txBody>
      </p:sp>
      <p:sp>
        <p:nvSpPr>
          <p:cNvPr id="9219" name="Rectangle 5"/>
          <p:cNvSpPr>
            <a:spLocks noGrp="1" noChangeArrowheads="1"/>
          </p:cNvSpPr>
          <p:nvPr>
            <p:ph idx="1"/>
          </p:nvPr>
        </p:nvSpPr>
        <p:spPr/>
        <p:txBody>
          <a:bodyPr/>
          <a:lstStyle/>
          <a:p>
            <a:pPr eaLnBrk="1" hangingPunct="1"/>
            <a:r>
              <a:rPr lang="en-US" sz="5000"/>
              <a:t>Start at the beginning of the array, find the smallest element. Place it in position 0, start again from position 1</a:t>
            </a:r>
          </a:p>
        </p:txBody>
      </p:sp>
      <p:sp>
        <p:nvSpPr>
          <p:cNvPr id="9220" name="Rectangle 4"/>
          <p:cNvSpPr>
            <a:spLocks noChangeArrowheads="1"/>
          </p:cNvSpPr>
          <p:nvPr/>
        </p:nvSpPr>
        <p:spPr bwMode="auto">
          <a:xfrm>
            <a:off x="2286000" y="1460500"/>
            <a:ext cx="45720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a:spcBef>
                <a:spcPct val="0"/>
              </a:spcBef>
              <a:buClrTx/>
              <a:buSzTx/>
              <a:buFontTx/>
              <a:buNone/>
            </a:pPr>
            <a:endParaRPr lang="ru-RU" sz="18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Title 1"/>
          <p:cNvSpPr>
            <a:spLocks noGrp="1"/>
          </p:cNvSpPr>
          <p:nvPr>
            <p:ph type="title"/>
          </p:nvPr>
        </p:nvSpPr>
        <p:spPr/>
        <p:txBody>
          <a:bodyPr/>
          <a:lstStyle/>
          <a:p>
            <a:pPr eaLnBrk="1" hangingPunct="1"/>
            <a:r>
              <a:rPr lang="en-US"/>
              <a:t>Selection Sort</a:t>
            </a:r>
          </a:p>
        </p:txBody>
      </p:sp>
      <p:pic>
        <p:nvPicPr>
          <p:cNvPr id="10243" name="Picture 2" descr="select_sor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30213" y="2362200"/>
            <a:ext cx="8542337" cy="3505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p:txBody>
          <a:bodyPr/>
          <a:lstStyle/>
          <a:p>
            <a:pPr eaLnBrk="1" hangingPunct="1"/>
            <a:r>
              <a:rPr lang="en-US"/>
              <a:t>Insertion Sort</a:t>
            </a:r>
          </a:p>
        </p:txBody>
      </p:sp>
      <p:sp>
        <p:nvSpPr>
          <p:cNvPr id="11267" name="Rectangle 5"/>
          <p:cNvSpPr>
            <a:spLocks noGrp="1" noChangeArrowheads="1"/>
          </p:cNvSpPr>
          <p:nvPr>
            <p:ph idx="1"/>
          </p:nvPr>
        </p:nvSpPr>
        <p:spPr/>
        <p:txBody>
          <a:bodyPr/>
          <a:lstStyle/>
          <a:p>
            <a:pPr eaLnBrk="1" hangingPunct="1"/>
            <a:r>
              <a:rPr lang="en-US" sz="5000"/>
              <a:t>Start from the first element. Place second before or after. Third in between before or after etc.</a:t>
            </a:r>
          </a:p>
        </p:txBody>
      </p:sp>
      <p:sp>
        <p:nvSpPr>
          <p:cNvPr id="11268" name="Rectangle 4"/>
          <p:cNvSpPr>
            <a:spLocks noChangeArrowheads="1"/>
          </p:cNvSpPr>
          <p:nvPr/>
        </p:nvSpPr>
        <p:spPr bwMode="auto">
          <a:xfrm>
            <a:off x="2286000" y="1598613"/>
            <a:ext cx="457200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a:spcBef>
                <a:spcPct val="0"/>
              </a:spcBef>
              <a:buClrTx/>
              <a:buSzTx/>
              <a:buFontTx/>
              <a:buNone/>
            </a:pPr>
            <a:endParaRPr lang="ru-RU" sz="18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Title 1"/>
          <p:cNvSpPr>
            <a:spLocks noGrp="1"/>
          </p:cNvSpPr>
          <p:nvPr>
            <p:ph type="title"/>
          </p:nvPr>
        </p:nvSpPr>
        <p:spPr/>
        <p:txBody>
          <a:bodyPr/>
          <a:lstStyle/>
          <a:p>
            <a:pPr eaLnBrk="1" hangingPunct="1"/>
            <a:r>
              <a:rPr lang="en-US"/>
              <a:t>Insertion Sort</a:t>
            </a:r>
          </a:p>
        </p:txBody>
      </p:sp>
      <p:sp>
        <p:nvSpPr>
          <p:cNvPr id="12291" name="Content Placeholder 2"/>
          <p:cNvSpPr>
            <a:spLocks noGrp="1"/>
          </p:cNvSpPr>
          <p:nvPr>
            <p:ph idx="1"/>
          </p:nvPr>
        </p:nvSpPr>
        <p:spPr/>
        <p:txBody>
          <a:bodyPr/>
          <a:lstStyle/>
          <a:p>
            <a:pPr eaLnBrk="1" hangingPunct="1"/>
            <a:endParaRPr lang="en-US"/>
          </a:p>
        </p:txBody>
      </p:sp>
      <p:pic>
        <p:nvPicPr>
          <p:cNvPr id="12292" name="Picture 2" descr="insertion_sor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14400" y="1752600"/>
            <a:ext cx="7924800" cy="49926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p:txBody>
          <a:bodyPr/>
          <a:lstStyle/>
          <a:p>
            <a:pPr eaLnBrk="1" hangingPunct="1"/>
            <a:r>
              <a:rPr lang="en-US"/>
              <a:t>Quick Sort</a:t>
            </a:r>
          </a:p>
        </p:txBody>
      </p:sp>
      <p:sp>
        <p:nvSpPr>
          <p:cNvPr id="13315" name="Rectangle 3"/>
          <p:cNvSpPr>
            <a:spLocks noGrp="1" noChangeArrowheads="1"/>
          </p:cNvSpPr>
          <p:nvPr>
            <p:ph idx="1"/>
          </p:nvPr>
        </p:nvSpPr>
        <p:spPr/>
        <p:txBody>
          <a:bodyPr/>
          <a:lstStyle/>
          <a:p>
            <a:pPr eaLnBrk="1" hangingPunct="1"/>
            <a:r>
              <a:rPr lang="en-US"/>
              <a:t>Worst case – O(n</a:t>
            </a:r>
            <a:r>
              <a:rPr lang="en-US" baseline="30000"/>
              <a:t>2</a:t>
            </a:r>
            <a:r>
              <a:rPr lang="en-US"/>
              <a:t>)</a:t>
            </a:r>
          </a:p>
          <a:p>
            <a:pPr eaLnBrk="1" hangingPunct="1"/>
            <a:r>
              <a:rPr lang="en-US"/>
              <a:t>Average case – O(n lg n)</a:t>
            </a:r>
          </a:p>
          <a:p>
            <a:pPr eaLnBrk="1" hangingPunct="1"/>
            <a:r>
              <a:rPr lang="en-US"/>
              <a:t>Based on the divide-and-conquer paradigm </a:t>
            </a:r>
          </a:p>
          <a:p>
            <a:pPr eaLnBrk="1" hangingPunct="1"/>
            <a:r>
              <a:rPr lang="en-US"/>
              <a:t>Implementation requires knowledge of recursion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Title 1"/>
          <p:cNvSpPr>
            <a:spLocks noGrp="1"/>
          </p:cNvSpPr>
          <p:nvPr>
            <p:ph type="title"/>
          </p:nvPr>
        </p:nvSpPr>
        <p:spPr/>
        <p:txBody>
          <a:bodyPr/>
          <a:lstStyle/>
          <a:p>
            <a:pPr eaLnBrk="1" hangingPunct="1"/>
            <a:r>
              <a:rPr lang="en-US"/>
              <a:t>Quicksort - steps</a:t>
            </a:r>
          </a:p>
        </p:txBody>
      </p:sp>
      <p:sp>
        <p:nvSpPr>
          <p:cNvPr id="15363" name="Content Placeholder 2"/>
          <p:cNvSpPr>
            <a:spLocks noGrp="1"/>
          </p:cNvSpPr>
          <p:nvPr>
            <p:ph idx="1"/>
          </p:nvPr>
        </p:nvSpPr>
        <p:spPr>
          <a:xfrm>
            <a:off x="457200" y="1773238"/>
            <a:ext cx="8534400" cy="4248150"/>
          </a:xfrm>
        </p:spPr>
        <p:txBody>
          <a:bodyPr/>
          <a:lstStyle/>
          <a:p>
            <a:pPr eaLnBrk="1" hangingPunct="1">
              <a:buFont typeface="Wingdings" panose="05000000000000000000" pitchFamily="2" charset="2"/>
              <a:buNone/>
            </a:pPr>
            <a:r>
              <a:rPr lang="en-US" sz="2400" dirty="0"/>
              <a:t>The steps are:</a:t>
            </a:r>
          </a:p>
          <a:p>
            <a:pPr eaLnBrk="1" hangingPunct="1"/>
            <a:r>
              <a:rPr lang="en-US" sz="2400" dirty="0"/>
              <a:t>Pick an element, called a </a:t>
            </a:r>
            <a:r>
              <a:rPr lang="en-US" sz="2400" b="1" i="1" dirty="0"/>
              <a:t>pivot</a:t>
            </a:r>
            <a:r>
              <a:rPr lang="en-US" sz="2400" dirty="0"/>
              <a:t>, from the list.</a:t>
            </a:r>
          </a:p>
          <a:p>
            <a:pPr eaLnBrk="1" hangingPunct="1"/>
            <a:r>
              <a:rPr lang="en-US" sz="2400" dirty="0"/>
              <a:t>Reorder the list so that all elements with values less than the pivot come before the pivot, while all elements with values greater than the pivot come after it (equal values can go either way). This is called the </a:t>
            </a:r>
            <a:r>
              <a:rPr lang="en-US" sz="2400" b="1" dirty="0"/>
              <a:t>partition</a:t>
            </a:r>
            <a:r>
              <a:rPr lang="en-US" sz="2400" dirty="0"/>
              <a:t> operation. After this partitioning, the pivot is in its final position.</a:t>
            </a:r>
          </a:p>
          <a:p>
            <a:pPr eaLnBrk="1" hangingPunct="1"/>
            <a:r>
              <a:rPr lang="en-US" sz="2400" dirty="0"/>
              <a:t>Recursively sort the sub-list of lesser elements and the sub-list of greater elements.</a:t>
            </a:r>
          </a:p>
          <a:p>
            <a:pPr eaLnBrk="1" hangingPunct="1"/>
            <a:r>
              <a:rPr lang="en-US" sz="2400" dirty="0"/>
              <a:t>The base case of the recursion are lists of size zero or one, which never need to be sorted.</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nodeType="clickEffect">
                                  <p:stCondLst>
                                    <p:cond delay="0"/>
                                  </p:stCondLst>
                                  <p:childTnLst>
                                    <p:set>
                                      <p:cBhvr>
                                        <p:cTn id="6" dur="1" fill="hold">
                                          <p:stCondLst>
                                            <p:cond delay="0"/>
                                          </p:stCondLst>
                                        </p:cTn>
                                        <p:tgtEl>
                                          <p:spTgt spid="15363">
                                            <p:txEl>
                                              <p:pRg st="1" end="1"/>
                                            </p:txEl>
                                          </p:spTgt>
                                        </p:tgtEl>
                                        <p:attrNameLst>
                                          <p:attrName>style.visibility</p:attrName>
                                        </p:attrNameLst>
                                      </p:cBhvr>
                                      <p:to>
                                        <p:strVal val="visible"/>
                                      </p:to>
                                    </p:set>
                                    <p:animEffect transition="in" filter="fade">
                                      <p:cBhvr>
                                        <p:cTn id="7" dur="500"/>
                                        <p:tgtEl>
                                          <p:spTgt spid="15363">
                                            <p:txEl>
                                              <p:pRg st="1" end="1"/>
                                            </p:txEl>
                                          </p:spTgt>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10" presetClass="entr" presetSubtype="0" fill="hold" nodeType="clickEffect">
                                  <p:stCondLst>
                                    <p:cond delay="0"/>
                                  </p:stCondLst>
                                  <p:childTnLst>
                                    <p:set>
                                      <p:cBhvr>
                                        <p:cTn id="11" dur="1" fill="hold">
                                          <p:stCondLst>
                                            <p:cond delay="0"/>
                                          </p:stCondLst>
                                        </p:cTn>
                                        <p:tgtEl>
                                          <p:spTgt spid="15363">
                                            <p:txEl>
                                              <p:pRg st="2" end="2"/>
                                            </p:txEl>
                                          </p:spTgt>
                                        </p:tgtEl>
                                        <p:attrNameLst>
                                          <p:attrName>style.visibility</p:attrName>
                                        </p:attrNameLst>
                                      </p:cBhvr>
                                      <p:to>
                                        <p:strVal val="visible"/>
                                      </p:to>
                                    </p:set>
                                    <p:animEffect transition="in" filter="fade">
                                      <p:cBhvr>
                                        <p:cTn id="12" dur="500"/>
                                        <p:tgtEl>
                                          <p:spTgt spid="1536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363">
                                            <p:txEl>
                                              <p:pRg st="3" end="3"/>
                                            </p:txEl>
                                          </p:spTgt>
                                        </p:tgtEl>
                                        <p:attrNameLst>
                                          <p:attrName>style.visibility</p:attrName>
                                        </p:attrNameLst>
                                      </p:cBhvr>
                                      <p:to>
                                        <p:strVal val="visible"/>
                                      </p:to>
                                    </p:set>
                                    <p:animEffect transition="in" filter="fade">
                                      <p:cBhvr>
                                        <p:cTn id="17" dur="500"/>
                                        <p:tgtEl>
                                          <p:spTgt spid="1536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5363">
                                            <p:txEl>
                                              <p:pRg st="4" end="4"/>
                                            </p:txEl>
                                          </p:spTgt>
                                        </p:tgtEl>
                                        <p:attrNameLst>
                                          <p:attrName>style.visibility</p:attrName>
                                        </p:attrNameLst>
                                      </p:cBhvr>
                                      <p:to>
                                        <p:strVal val="visible"/>
                                      </p:to>
                                    </p:set>
                                    <p:animEffect transition="in" filter="fade">
                                      <p:cBhvr>
                                        <p:cTn id="22" dur="500"/>
                                        <p:tgtEl>
                                          <p:spTgt spid="1536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Title 1"/>
          <p:cNvSpPr>
            <a:spLocks noGrp="1"/>
          </p:cNvSpPr>
          <p:nvPr>
            <p:ph type="title"/>
          </p:nvPr>
        </p:nvSpPr>
        <p:spPr/>
        <p:txBody>
          <a:bodyPr/>
          <a:lstStyle/>
          <a:p>
            <a:pPr eaLnBrk="1" hangingPunct="1"/>
            <a:r>
              <a:rPr lang="en-US"/>
              <a:t>Choosing pivot</a:t>
            </a:r>
          </a:p>
        </p:txBody>
      </p:sp>
      <p:sp>
        <p:nvSpPr>
          <p:cNvPr id="15363" name="Content Placeholder 2"/>
          <p:cNvSpPr>
            <a:spLocks noGrp="1"/>
          </p:cNvSpPr>
          <p:nvPr>
            <p:ph idx="1"/>
          </p:nvPr>
        </p:nvSpPr>
        <p:spPr/>
        <p:txBody>
          <a:bodyPr/>
          <a:lstStyle/>
          <a:p>
            <a:pPr eaLnBrk="1" hangingPunct="1"/>
            <a:r>
              <a:rPr lang="en-US"/>
              <a:t>If leftmost (first) element is selected as pivot, worst case for already sorted array</a:t>
            </a:r>
          </a:p>
          <a:p>
            <a:pPr eaLnBrk="1" hangingPunct="1"/>
            <a:r>
              <a:rPr lang="en-US"/>
              <a:t>Random index</a:t>
            </a:r>
          </a:p>
          <a:p>
            <a:pPr eaLnBrk="1" hangingPunct="1"/>
            <a:r>
              <a:rPr lang="en-US"/>
              <a:t>Middle element</a:t>
            </a:r>
          </a:p>
          <a:p>
            <a:pPr eaLnBrk="1" hangingPunct="1"/>
            <a:r>
              <a:rPr lang="en-US"/>
              <a:t>Last element</a:t>
            </a:r>
          </a:p>
          <a:p>
            <a:pPr eaLnBrk="1" hangingPunct="1"/>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386" name="Picture 3" descr="H:\WIUT\2010-2011\Semester 1\PF\Lectures\Lecture 22\Sorting_quicksort_anim.gif"/>
          <p:cNvPicPr>
            <a:picLocks noGrp="1" noChangeAspect="1" noChangeArrowheads="1" noCrop="1"/>
          </p:cNvPicPr>
          <p:nvPr>
            <p:ph idx="1"/>
          </p:nvPr>
        </p:nvPicPr>
        <p:blipFill>
          <a:blip r:embed="rId2">
            <a:extLst>
              <a:ext uri="{28A0092B-C50C-407E-A947-70E740481C1C}">
                <a14:useLocalDpi xmlns:a14="http://schemas.microsoft.com/office/drawing/2010/main" val="0"/>
              </a:ext>
            </a:extLst>
          </a:blip>
          <a:srcRect/>
          <a:stretch>
            <a:fillRect/>
          </a:stretch>
        </p:blipFill>
        <p:spPr>
          <a:xfrm>
            <a:off x="685800" y="838200"/>
            <a:ext cx="7689850" cy="5876925"/>
          </a:xfrm>
          <a:noFill/>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Title 1"/>
          <p:cNvSpPr>
            <a:spLocks noGrp="1"/>
          </p:cNvSpPr>
          <p:nvPr>
            <p:ph type="title"/>
          </p:nvPr>
        </p:nvSpPr>
        <p:spPr/>
        <p:txBody>
          <a:bodyPr/>
          <a:lstStyle/>
          <a:p>
            <a:pPr eaLnBrk="1" hangingPunct="1"/>
            <a:r>
              <a:rPr lang="en-US"/>
              <a:t>Quicksort</a:t>
            </a:r>
          </a:p>
        </p:txBody>
      </p:sp>
      <p:sp>
        <p:nvSpPr>
          <p:cNvPr id="17411" name="Content Placeholder 2"/>
          <p:cNvSpPr>
            <a:spLocks noGrp="1"/>
          </p:cNvSpPr>
          <p:nvPr>
            <p:ph idx="1"/>
          </p:nvPr>
        </p:nvSpPr>
        <p:spPr>
          <a:xfrm>
            <a:off x="152400" y="1773238"/>
            <a:ext cx="8839200" cy="4248150"/>
          </a:xfrm>
        </p:spPr>
        <p:txBody>
          <a:bodyPr/>
          <a:lstStyle/>
          <a:p>
            <a:pPr marL="0" eaLnBrk="1" hangingPunct="1">
              <a:spcBef>
                <a:spcPct val="0"/>
              </a:spcBef>
              <a:tabLst>
                <a:tab pos="581025" algn="l"/>
                <a:tab pos="1162050" algn="l"/>
                <a:tab pos="1744663" algn="l"/>
                <a:tab pos="2325688" algn="l"/>
                <a:tab pos="2908300" algn="l"/>
                <a:tab pos="3489325" algn="l"/>
                <a:tab pos="4070350" algn="l"/>
                <a:tab pos="4652963" algn="l"/>
                <a:tab pos="5233988" algn="l"/>
                <a:tab pos="5816600" algn="l"/>
                <a:tab pos="6397625" algn="l"/>
                <a:tab pos="6978650" algn="l"/>
                <a:tab pos="7561263" algn="l"/>
                <a:tab pos="8142288" algn="l"/>
                <a:tab pos="8724900" algn="l"/>
                <a:tab pos="9305925" algn="l"/>
              </a:tabLst>
            </a:pPr>
            <a:r>
              <a:rPr lang="en-US" dirty="0"/>
              <a:t>Pseudocode</a:t>
            </a:r>
            <a:r>
              <a:rPr lang="en-US" sz="2200" b="1" dirty="0">
                <a:latin typeface="Courier New" panose="02070309020205020404" pitchFamily="49" charset="0"/>
                <a:cs typeface="Times New Roman" panose="02020603050405020304" pitchFamily="18" charset="0"/>
              </a:rPr>
              <a:t> </a:t>
            </a:r>
          </a:p>
          <a:p>
            <a:pPr marL="0" eaLnBrk="1" hangingPunct="1">
              <a:spcBef>
                <a:spcPct val="0"/>
              </a:spcBef>
              <a:buFont typeface="Wingdings" panose="05000000000000000000" pitchFamily="2" charset="2"/>
              <a:buNone/>
              <a:tabLst>
                <a:tab pos="581025" algn="l"/>
                <a:tab pos="1162050" algn="l"/>
                <a:tab pos="1744663" algn="l"/>
                <a:tab pos="2325688" algn="l"/>
                <a:tab pos="2908300" algn="l"/>
                <a:tab pos="3489325" algn="l"/>
                <a:tab pos="4070350" algn="l"/>
                <a:tab pos="4652963" algn="l"/>
                <a:tab pos="5233988" algn="l"/>
                <a:tab pos="5816600" algn="l"/>
                <a:tab pos="6397625" algn="l"/>
                <a:tab pos="6978650" algn="l"/>
                <a:tab pos="7561263" algn="l"/>
                <a:tab pos="8142288" algn="l"/>
                <a:tab pos="8724900" algn="l"/>
                <a:tab pos="9305925" algn="l"/>
              </a:tabLst>
            </a:pPr>
            <a:r>
              <a:rPr lang="en-US" sz="2200" b="1" dirty="0">
                <a:latin typeface="Courier New" panose="02070309020205020404" pitchFamily="49" charset="0"/>
                <a:cs typeface="Times New Roman" panose="02020603050405020304" pitchFamily="18" charset="0"/>
              </a:rPr>
              <a:t>function</a:t>
            </a:r>
            <a:r>
              <a:rPr lang="en-US" sz="2200" dirty="0">
                <a:latin typeface="Courier New" panose="02070309020205020404" pitchFamily="49" charset="0"/>
                <a:cs typeface="Times New Roman" panose="02020603050405020304" pitchFamily="18" charset="0"/>
              </a:rPr>
              <a:t> sort(array)</a:t>
            </a:r>
            <a:endParaRPr lang="en-US" sz="2200" dirty="0">
              <a:latin typeface="Times New Roman" panose="02020603050405020304" pitchFamily="18" charset="0"/>
              <a:cs typeface="Times New Roman" panose="02020603050405020304" pitchFamily="18" charset="0"/>
            </a:endParaRPr>
          </a:p>
          <a:p>
            <a:pPr marL="0" eaLnBrk="1" hangingPunct="1">
              <a:spcBef>
                <a:spcPct val="0"/>
              </a:spcBef>
              <a:buFont typeface="Wingdings" panose="05000000000000000000" pitchFamily="2" charset="2"/>
              <a:buNone/>
              <a:tabLst>
                <a:tab pos="581025" algn="l"/>
                <a:tab pos="1162050" algn="l"/>
                <a:tab pos="1744663" algn="l"/>
                <a:tab pos="2325688" algn="l"/>
                <a:tab pos="2908300" algn="l"/>
                <a:tab pos="3489325" algn="l"/>
                <a:tab pos="4070350" algn="l"/>
                <a:tab pos="4652963" algn="l"/>
                <a:tab pos="5233988" algn="l"/>
                <a:tab pos="5816600" algn="l"/>
                <a:tab pos="6397625" algn="l"/>
                <a:tab pos="6978650" algn="l"/>
                <a:tab pos="7561263" algn="l"/>
                <a:tab pos="8142288" algn="l"/>
                <a:tab pos="8724900" algn="l"/>
                <a:tab pos="9305925" algn="l"/>
              </a:tabLst>
            </a:pPr>
            <a:r>
              <a:rPr lang="en-US" sz="2200" b="1" dirty="0">
                <a:latin typeface="Courier New" panose="02070309020205020404" pitchFamily="49" charset="0"/>
                <a:cs typeface="Times New Roman" panose="02020603050405020304" pitchFamily="18" charset="0"/>
              </a:rPr>
              <a:t>  Dim </a:t>
            </a:r>
            <a:r>
              <a:rPr lang="en-US" sz="2200" dirty="0">
                <a:latin typeface="Courier New" panose="02070309020205020404" pitchFamily="49" charset="0"/>
                <a:cs typeface="Times New Roman" panose="02020603050405020304" pitchFamily="18" charset="0"/>
              </a:rPr>
              <a:t>less, greater </a:t>
            </a:r>
            <a:r>
              <a:rPr lang="en-US" sz="2200" b="1" dirty="0">
                <a:latin typeface="Courier New" panose="02070309020205020404" pitchFamily="49" charset="0"/>
                <a:cs typeface="Times New Roman" panose="02020603050405020304" pitchFamily="18" charset="0"/>
              </a:rPr>
              <a:t>as</a:t>
            </a:r>
            <a:r>
              <a:rPr lang="en-US" sz="2200" dirty="0">
                <a:latin typeface="Courier New" panose="02070309020205020404" pitchFamily="49" charset="0"/>
                <a:cs typeface="Times New Roman" panose="02020603050405020304" pitchFamily="18" charset="0"/>
              </a:rPr>
              <a:t> List</a:t>
            </a:r>
            <a:endParaRPr lang="en-US" sz="2200" dirty="0">
              <a:latin typeface="Times New Roman" panose="02020603050405020304" pitchFamily="18" charset="0"/>
              <a:cs typeface="Times New Roman" panose="02020603050405020304" pitchFamily="18" charset="0"/>
            </a:endParaRPr>
          </a:p>
          <a:p>
            <a:pPr marL="0" eaLnBrk="1" hangingPunct="1">
              <a:spcBef>
                <a:spcPct val="0"/>
              </a:spcBef>
              <a:buFont typeface="Wingdings" panose="05000000000000000000" pitchFamily="2" charset="2"/>
              <a:buNone/>
              <a:tabLst>
                <a:tab pos="581025" algn="l"/>
                <a:tab pos="1162050" algn="l"/>
                <a:tab pos="1744663" algn="l"/>
                <a:tab pos="2325688" algn="l"/>
                <a:tab pos="2908300" algn="l"/>
                <a:tab pos="3489325" algn="l"/>
                <a:tab pos="4070350" algn="l"/>
                <a:tab pos="4652963" algn="l"/>
                <a:tab pos="5233988" algn="l"/>
                <a:tab pos="5816600" algn="l"/>
                <a:tab pos="6397625" algn="l"/>
                <a:tab pos="6978650" algn="l"/>
                <a:tab pos="7561263" algn="l"/>
                <a:tab pos="8142288" algn="l"/>
                <a:tab pos="8724900" algn="l"/>
                <a:tab pos="9305925" algn="l"/>
              </a:tabLst>
            </a:pPr>
            <a:r>
              <a:rPr lang="en-US" sz="2200" b="1" dirty="0">
                <a:latin typeface="Courier New" panose="02070309020205020404" pitchFamily="49" charset="0"/>
                <a:cs typeface="Times New Roman" panose="02020603050405020304" pitchFamily="18" charset="0"/>
              </a:rPr>
              <a:t>	if</a:t>
            </a:r>
            <a:r>
              <a:rPr lang="en-US" sz="2200" dirty="0">
                <a:latin typeface="Courier New" panose="02070309020205020404" pitchFamily="49" charset="0"/>
                <a:cs typeface="Times New Roman" panose="02020603050405020304" pitchFamily="18" charset="0"/>
              </a:rPr>
              <a:t> </a:t>
            </a:r>
            <a:r>
              <a:rPr lang="en-US" sz="2200" dirty="0" err="1">
                <a:latin typeface="Courier New" panose="02070309020205020404" pitchFamily="49" charset="0"/>
                <a:cs typeface="Times New Roman" panose="02020603050405020304" pitchFamily="18" charset="0"/>
              </a:rPr>
              <a:t>array.Length</a:t>
            </a:r>
            <a:r>
              <a:rPr lang="en-US" sz="2200" dirty="0">
                <a:latin typeface="Courier New" panose="02070309020205020404" pitchFamily="49" charset="0"/>
                <a:cs typeface="Times New Roman" panose="02020603050405020304" pitchFamily="18" charset="0"/>
              </a:rPr>
              <a:t> ≤ 1</a:t>
            </a:r>
            <a:endParaRPr lang="en-US" sz="2200" dirty="0">
              <a:latin typeface="Times New Roman" panose="02020603050405020304" pitchFamily="18" charset="0"/>
              <a:cs typeface="Times New Roman" panose="02020603050405020304" pitchFamily="18" charset="0"/>
            </a:endParaRPr>
          </a:p>
          <a:p>
            <a:pPr marL="0" eaLnBrk="1" hangingPunct="1">
              <a:spcBef>
                <a:spcPct val="0"/>
              </a:spcBef>
              <a:buFont typeface="Wingdings" panose="05000000000000000000" pitchFamily="2" charset="2"/>
              <a:buNone/>
              <a:tabLst>
                <a:tab pos="581025" algn="l"/>
                <a:tab pos="1162050" algn="l"/>
                <a:tab pos="1744663" algn="l"/>
                <a:tab pos="2325688" algn="l"/>
                <a:tab pos="2908300" algn="l"/>
                <a:tab pos="3489325" algn="l"/>
                <a:tab pos="4070350" algn="l"/>
                <a:tab pos="4652963" algn="l"/>
                <a:tab pos="5233988" algn="l"/>
                <a:tab pos="5816600" algn="l"/>
                <a:tab pos="6397625" algn="l"/>
                <a:tab pos="6978650" algn="l"/>
                <a:tab pos="7561263" algn="l"/>
                <a:tab pos="8142288" algn="l"/>
                <a:tab pos="8724900" algn="l"/>
                <a:tab pos="9305925" algn="l"/>
              </a:tabLst>
            </a:pPr>
            <a:r>
              <a:rPr lang="en-US" sz="2200" b="1" dirty="0">
                <a:latin typeface="Courier New" panose="02070309020205020404" pitchFamily="49" charset="0"/>
                <a:cs typeface="Times New Roman" panose="02020603050405020304" pitchFamily="18" charset="0"/>
              </a:rPr>
              <a:t>	  return</a:t>
            </a:r>
            <a:r>
              <a:rPr lang="en-US" sz="2200" dirty="0">
                <a:latin typeface="Courier New" panose="02070309020205020404" pitchFamily="49" charset="0"/>
                <a:cs typeface="Times New Roman" panose="02020603050405020304" pitchFamily="18" charset="0"/>
              </a:rPr>
              <a:t> array </a:t>
            </a:r>
          </a:p>
          <a:p>
            <a:pPr marL="0" eaLnBrk="1" hangingPunct="1">
              <a:spcBef>
                <a:spcPct val="0"/>
              </a:spcBef>
              <a:buFont typeface="Wingdings" panose="05000000000000000000" pitchFamily="2" charset="2"/>
              <a:buNone/>
              <a:tabLst>
                <a:tab pos="581025" algn="l"/>
                <a:tab pos="1162050" algn="l"/>
                <a:tab pos="1744663" algn="l"/>
                <a:tab pos="2325688" algn="l"/>
                <a:tab pos="2908300" algn="l"/>
                <a:tab pos="3489325" algn="l"/>
                <a:tab pos="4070350" algn="l"/>
                <a:tab pos="4652963" algn="l"/>
                <a:tab pos="5233988" algn="l"/>
                <a:tab pos="5816600" algn="l"/>
                <a:tab pos="6397625" algn="l"/>
                <a:tab pos="6978650" algn="l"/>
                <a:tab pos="7561263" algn="l"/>
                <a:tab pos="8142288" algn="l"/>
                <a:tab pos="8724900" algn="l"/>
                <a:tab pos="9305925" algn="l"/>
              </a:tabLst>
            </a:pPr>
            <a:r>
              <a:rPr lang="en-US" sz="2200" dirty="0">
                <a:latin typeface="Courier New" panose="02070309020205020404" pitchFamily="49" charset="0"/>
                <a:cs typeface="Times New Roman" panose="02020603050405020304" pitchFamily="18" charset="0"/>
              </a:rPr>
              <a:t>	select and remove a pivot value from array</a:t>
            </a:r>
            <a:endParaRPr lang="en-US" sz="2200" dirty="0">
              <a:latin typeface="Times New Roman" panose="02020603050405020304" pitchFamily="18" charset="0"/>
              <a:cs typeface="Times New Roman" panose="02020603050405020304" pitchFamily="18" charset="0"/>
            </a:endParaRPr>
          </a:p>
          <a:p>
            <a:pPr marL="0" eaLnBrk="1" hangingPunct="1">
              <a:spcBef>
                <a:spcPct val="0"/>
              </a:spcBef>
              <a:buFont typeface="Wingdings" panose="05000000000000000000" pitchFamily="2" charset="2"/>
              <a:buNone/>
              <a:tabLst>
                <a:tab pos="581025" algn="l"/>
                <a:tab pos="1162050" algn="l"/>
                <a:tab pos="1744663" algn="l"/>
                <a:tab pos="2325688" algn="l"/>
                <a:tab pos="2908300" algn="l"/>
                <a:tab pos="3489325" algn="l"/>
                <a:tab pos="4070350" algn="l"/>
                <a:tab pos="4652963" algn="l"/>
                <a:tab pos="5233988" algn="l"/>
                <a:tab pos="5816600" algn="l"/>
                <a:tab pos="6397625" algn="l"/>
                <a:tab pos="6978650" algn="l"/>
                <a:tab pos="7561263" algn="l"/>
                <a:tab pos="8142288" algn="l"/>
                <a:tab pos="8724900" algn="l"/>
                <a:tab pos="9305925" algn="l"/>
              </a:tabLst>
            </a:pPr>
            <a:r>
              <a:rPr lang="en-US" sz="2200" b="1" dirty="0">
                <a:latin typeface="Courier New" panose="02070309020205020404" pitchFamily="49" charset="0"/>
                <a:cs typeface="Times New Roman" panose="02020603050405020304" pitchFamily="18" charset="0"/>
              </a:rPr>
              <a:t>	for each</a:t>
            </a:r>
            <a:r>
              <a:rPr lang="en-US" sz="2200" dirty="0">
                <a:latin typeface="Courier New" panose="02070309020205020404" pitchFamily="49" charset="0"/>
                <a:cs typeface="Times New Roman" panose="02020603050405020304" pitchFamily="18" charset="0"/>
              </a:rPr>
              <a:t> x </a:t>
            </a:r>
            <a:r>
              <a:rPr lang="en-US" sz="2200" b="1" dirty="0">
                <a:latin typeface="Courier New" panose="02070309020205020404" pitchFamily="49" charset="0"/>
                <a:cs typeface="Times New Roman" panose="02020603050405020304" pitchFamily="18" charset="0"/>
              </a:rPr>
              <a:t>in</a:t>
            </a:r>
            <a:r>
              <a:rPr lang="en-US" sz="2200" dirty="0">
                <a:latin typeface="Courier New" panose="02070309020205020404" pitchFamily="49" charset="0"/>
                <a:cs typeface="Times New Roman" panose="02020603050405020304" pitchFamily="18" charset="0"/>
              </a:rPr>
              <a:t> array</a:t>
            </a:r>
            <a:endParaRPr lang="en-US" sz="2200" dirty="0">
              <a:latin typeface="Times New Roman" panose="02020603050405020304" pitchFamily="18" charset="0"/>
              <a:cs typeface="Times New Roman" panose="02020603050405020304" pitchFamily="18" charset="0"/>
            </a:endParaRPr>
          </a:p>
          <a:p>
            <a:pPr marL="0" eaLnBrk="1" hangingPunct="1">
              <a:spcBef>
                <a:spcPct val="0"/>
              </a:spcBef>
              <a:buFont typeface="Wingdings" panose="05000000000000000000" pitchFamily="2" charset="2"/>
              <a:buNone/>
              <a:tabLst>
                <a:tab pos="581025" algn="l"/>
                <a:tab pos="1162050" algn="l"/>
                <a:tab pos="1744663" algn="l"/>
                <a:tab pos="2325688" algn="l"/>
                <a:tab pos="2908300" algn="l"/>
                <a:tab pos="3489325" algn="l"/>
                <a:tab pos="4070350" algn="l"/>
                <a:tab pos="4652963" algn="l"/>
                <a:tab pos="5233988" algn="l"/>
                <a:tab pos="5816600" algn="l"/>
                <a:tab pos="6397625" algn="l"/>
                <a:tab pos="6978650" algn="l"/>
                <a:tab pos="7561263" algn="l"/>
                <a:tab pos="8142288" algn="l"/>
                <a:tab pos="8724900" algn="l"/>
                <a:tab pos="9305925" algn="l"/>
              </a:tabLst>
            </a:pPr>
            <a:r>
              <a:rPr lang="en-US" sz="2200" b="1" dirty="0">
                <a:latin typeface="Courier New" panose="02070309020205020404" pitchFamily="49" charset="0"/>
                <a:cs typeface="Times New Roman" panose="02020603050405020304" pitchFamily="18" charset="0"/>
              </a:rPr>
              <a:t>	  if</a:t>
            </a:r>
            <a:r>
              <a:rPr lang="en-US" sz="2200" dirty="0">
                <a:latin typeface="Courier New" panose="02070309020205020404" pitchFamily="49" charset="0"/>
                <a:cs typeface="Times New Roman" panose="02020603050405020304" pitchFamily="18" charset="0"/>
              </a:rPr>
              <a:t> x ≤ pivot </a:t>
            </a:r>
            <a:r>
              <a:rPr lang="en-US" sz="2200" b="1" dirty="0">
                <a:latin typeface="Courier New" panose="02070309020205020404" pitchFamily="49" charset="0"/>
                <a:cs typeface="Times New Roman" panose="02020603050405020304" pitchFamily="18" charset="0"/>
              </a:rPr>
              <a:t>then</a:t>
            </a:r>
            <a:r>
              <a:rPr lang="en-US" sz="2200" dirty="0">
                <a:latin typeface="Courier New" panose="02070309020205020404" pitchFamily="49" charset="0"/>
                <a:cs typeface="Times New Roman" panose="02020603050405020304" pitchFamily="18" charset="0"/>
              </a:rPr>
              <a:t> append x to less</a:t>
            </a:r>
            <a:endParaRPr lang="en-US" sz="2200" dirty="0">
              <a:latin typeface="Times New Roman" panose="02020603050405020304" pitchFamily="18" charset="0"/>
              <a:cs typeface="Times New Roman" panose="02020603050405020304" pitchFamily="18" charset="0"/>
            </a:endParaRPr>
          </a:p>
          <a:p>
            <a:pPr marL="0" eaLnBrk="1" hangingPunct="1">
              <a:spcBef>
                <a:spcPct val="0"/>
              </a:spcBef>
              <a:buFont typeface="Wingdings" panose="05000000000000000000" pitchFamily="2" charset="2"/>
              <a:buNone/>
              <a:tabLst>
                <a:tab pos="581025" algn="l"/>
                <a:tab pos="1162050" algn="l"/>
                <a:tab pos="1744663" algn="l"/>
                <a:tab pos="2325688" algn="l"/>
                <a:tab pos="2908300" algn="l"/>
                <a:tab pos="3489325" algn="l"/>
                <a:tab pos="4070350" algn="l"/>
                <a:tab pos="4652963" algn="l"/>
                <a:tab pos="5233988" algn="l"/>
                <a:tab pos="5816600" algn="l"/>
                <a:tab pos="6397625" algn="l"/>
                <a:tab pos="6978650" algn="l"/>
                <a:tab pos="7561263" algn="l"/>
                <a:tab pos="8142288" algn="l"/>
                <a:tab pos="8724900" algn="l"/>
                <a:tab pos="9305925" algn="l"/>
              </a:tabLst>
            </a:pPr>
            <a:r>
              <a:rPr lang="en-US" sz="2200" b="1" dirty="0">
                <a:latin typeface="Courier New" panose="02070309020205020404" pitchFamily="49" charset="0"/>
                <a:cs typeface="Times New Roman" panose="02020603050405020304" pitchFamily="18" charset="0"/>
              </a:rPr>
              <a:t>	  else</a:t>
            </a:r>
            <a:r>
              <a:rPr lang="en-US" sz="2200" dirty="0">
                <a:latin typeface="Courier New" panose="02070309020205020404" pitchFamily="49" charset="0"/>
                <a:cs typeface="Times New Roman" panose="02020603050405020304" pitchFamily="18" charset="0"/>
              </a:rPr>
              <a:t> append x to greater</a:t>
            </a:r>
            <a:endParaRPr lang="en-US" sz="2200" dirty="0">
              <a:latin typeface="Times New Roman" panose="02020603050405020304" pitchFamily="18" charset="0"/>
              <a:cs typeface="Times New Roman" panose="02020603050405020304" pitchFamily="18" charset="0"/>
            </a:endParaRPr>
          </a:p>
          <a:p>
            <a:pPr marL="0" eaLnBrk="1" hangingPunct="1">
              <a:spcBef>
                <a:spcPct val="0"/>
              </a:spcBef>
              <a:buFont typeface="Wingdings" panose="05000000000000000000" pitchFamily="2" charset="2"/>
              <a:buNone/>
              <a:tabLst>
                <a:tab pos="581025" algn="l"/>
                <a:tab pos="1162050" algn="l"/>
                <a:tab pos="1744663" algn="l"/>
                <a:tab pos="2325688" algn="l"/>
                <a:tab pos="2908300" algn="l"/>
                <a:tab pos="3489325" algn="l"/>
                <a:tab pos="4070350" algn="l"/>
                <a:tab pos="4652963" algn="l"/>
                <a:tab pos="5233988" algn="l"/>
                <a:tab pos="5816600" algn="l"/>
                <a:tab pos="6397625" algn="l"/>
                <a:tab pos="6978650" algn="l"/>
                <a:tab pos="7561263" algn="l"/>
                <a:tab pos="8142288" algn="l"/>
                <a:tab pos="8724900" algn="l"/>
                <a:tab pos="9305925" algn="l"/>
              </a:tabLst>
            </a:pPr>
            <a:r>
              <a:rPr lang="en-US" sz="2200" b="1" dirty="0">
                <a:latin typeface="Courier New" panose="02070309020205020404" pitchFamily="49" charset="0"/>
                <a:cs typeface="Times New Roman" panose="02020603050405020304" pitchFamily="18" charset="0"/>
              </a:rPr>
              <a:t>return</a:t>
            </a:r>
            <a:r>
              <a:rPr lang="en-US" sz="2200" dirty="0">
                <a:latin typeface="Courier New" panose="02070309020205020404" pitchFamily="49" charset="0"/>
                <a:cs typeface="Times New Roman" panose="02020603050405020304" pitchFamily="18" charset="0"/>
              </a:rPr>
              <a:t> </a:t>
            </a:r>
            <a:r>
              <a:rPr lang="en-US" sz="2200" dirty="0" err="1">
                <a:latin typeface="Courier New" panose="02070309020205020404" pitchFamily="49" charset="0"/>
                <a:cs typeface="Times New Roman" panose="02020603050405020304" pitchFamily="18" charset="0"/>
              </a:rPr>
              <a:t>concat</a:t>
            </a:r>
            <a:r>
              <a:rPr lang="en-US" sz="2200" dirty="0">
                <a:latin typeface="Courier New" panose="02070309020205020404" pitchFamily="49" charset="0"/>
                <a:cs typeface="Times New Roman" panose="02020603050405020304" pitchFamily="18" charset="0"/>
              </a:rPr>
              <a:t>(sort(less), pivot, sort(greater))</a:t>
            </a:r>
            <a:endParaRPr lang="en-US" sz="2200" dirty="0">
              <a:latin typeface="Times New Roman" panose="02020603050405020304" pitchFamily="18" charset="0"/>
              <a:cs typeface="Times New Roman" panose="02020603050405020304" pitchFamily="18" charset="0"/>
            </a:endParaRPr>
          </a:p>
          <a:p>
            <a:pPr marL="114300" indent="-457200" algn="just" eaLnBrk="1" hangingPunct="1">
              <a:lnSpc>
                <a:spcPct val="150000"/>
              </a:lnSpc>
              <a:spcBef>
                <a:spcPct val="0"/>
              </a:spcBef>
              <a:tabLst>
                <a:tab pos="581025" algn="l"/>
                <a:tab pos="1162050" algn="l"/>
                <a:tab pos="1744663" algn="l"/>
                <a:tab pos="2325688" algn="l"/>
                <a:tab pos="2908300" algn="l"/>
                <a:tab pos="3489325" algn="l"/>
                <a:tab pos="4070350" algn="l"/>
                <a:tab pos="4652963" algn="l"/>
                <a:tab pos="5233988" algn="l"/>
                <a:tab pos="5816600" algn="l"/>
                <a:tab pos="6397625" algn="l"/>
                <a:tab pos="6978650" algn="l"/>
                <a:tab pos="7561263" algn="l"/>
                <a:tab pos="8142288" algn="l"/>
                <a:tab pos="8724900" algn="l"/>
                <a:tab pos="9305925" algn="l"/>
              </a:tabLst>
            </a:pPr>
            <a:r>
              <a:rPr lang="en-US" sz="2800" dirty="0">
                <a:latin typeface="Times New Roman" panose="02020603050405020304" pitchFamily="18" charset="0"/>
                <a:cs typeface="Times New Roman" panose="02020603050405020304" pitchFamily="18" charset="0"/>
              </a:rPr>
              <a:t> </a:t>
            </a:r>
            <a:r>
              <a:rPr lang="en-US" dirty="0"/>
              <a:t>C# implementation can be found </a:t>
            </a:r>
            <a:r>
              <a:rPr lang="en-US" dirty="0">
                <a:hlinkClick r:id="rId2"/>
              </a:rPr>
              <a:t>here</a:t>
            </a:r>
            <a:endParaRPr lang="en-US" dirty="0"/>
          </a:p>
          <a:p>
            <a:pPr marL="0" eaLnBrk="1" hangingPunct="1">
              <a:tabLst>
                <a:tab pos="581025" algn="l"/>
                <a:tab pos="1162050" algn="l"/>
                <a:tab pos="1744663" algn="l"/>
                <a:tab pos="2325688" algn="l"/>
                <a:tab pos="2908300" algn="l"/>
                <a:tab pos="3489325" algn="l"/>
                <a:tab pos="4070350" algn="l"/>
                <a:tab pos="4652963" algn="l"/>
                <a:tab pos="5233988" algn="l"/>
                <a:tab pos="5816600" algn="l"/>
                <a:tab pos="6397625" algn="l"/>
                <a:tab pos="6978650" algn="l"/>
                <a:tab pos="7561263" algn="l"/>
                <a:tab pos="8142288" algn="l"/>
                <a:tab pos="8724900" algn="l"/>
                <a:tab pos="9305925" algn="l"/>
              </a:tabLst>
            </a:pP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p:nvPr>
        </p:nvSpPr>
        <p:spPr/>
        <p:txBody>
          <a:bodyPr/>
          <a:lstStyle/>
          <a:p>
            <a:pPr eaLnBrk="1" hangingPunct="1"/>
            <a:r>
              <a:rPr lang="en-US"/>
              <a:t>Other sorting algorithms</a:t>
            </a:r>
          </a:p>
        </p:txBody>
      </p:sp>
      <p:sp>
        <p:nvSpPr>
          <p:cNvPr id="18435" name="Content Placeholder 2"/>
          <p:cNvSpPr>
            <a:spLocks noGrp="1"/>
          </p:cNvSpPr>
          <p:nvPr>
            <p:ph idx="1"/>
          </p:nvPr>
        </p:nvSpPr>
        <p:spPr/>
        <p:txBody>
          <a:bodyPr/>
          <a:lstStyle/>
          <a:p>
            <a:pPr eaLnBrk="1" hangingPunct="1"/>
            <a:r>
              <a:rPr lang="en-US" dirty="0"/>
              <a:t>Merge sort</a:t>
            </a:r>
          </a:p>
          <a:p>
            <a:pPr eaLnBrk="1" hangingPunct="1"/>
            <a:r>
              <a:rPr lang="en-US" dirty="0"/>
              <a:t>Heapsort</a:t>
            </a:r>
          </a:p>
          <a:p>
            <a:pPr eaLnBrk="1" hangingPunct="1"/>
            <a:r>
              <a:rPr lang="en-US" dirty="0"/>
              <a:t>https://visualgo.net/bn/sorting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Title 1"/>
          <p:cNvSpPr>
            <a:spLocks noGrp="1"/>
          </p:cNvSpPr>
          <p:nvPr>
            <p:ph type="title"/>
          </p:nvPr>
        </p:nvSpPr>
        <p:spPr/>
        <p:txBody>
          <a:bodyPr/>
          <a:lstStyle/>
          <a:p>
            <a:pPr eaLnBrk="1" hangingPunct="1"/>
            <a:r>
              <a:rPr lang="en-US" dirty="0"/>
              <a:t>Sequential (Linear Search)</a:t>
            </a:r>
          </a:p>
        </p:txBody>
      </p:sp>
      <p:sp>
        <p:nvSpPr>
          <p:cNvPr id="5123" name="Content Placeholder 2"/>
          <p:cNvSpPr>
            <a:spLocks noGrp="1"/>
          </p:cNvSpPr>
          <p:nvPr>
            <p:ph idx="1"/>
          </p:nvPr>
        </p:nvSpPr>
        <p:spPr/>
        <p:txBody>
          <a:bodyPr/>
          <a:lstStyle/>
          <a:p>
            <a:pPr eaLnBrk="1" hangingPunct="1"/>
            <a:r>
              <a:rPr lang="en-US" dirty="0"/>
              <a:t>Start at the beginning of the array and compare each accessed array element to the value you’re searching for.</a:t>
            </a:r>
          </a:p>
          <a:p>
            <a:pPr eaLnBrk="1" hangingPunct="1"/>
            <a:endParaRPr lang="en-US" b="1" dirty="0"/>
          </a:p>
          <a:p>
            <a:pPr eaLnBrk="1" hangingPunct="1"/>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pPr eaLnBrk="1" hangingPunct="1"/>
            <a:r>
              <a:rPr lang="en-US" dirty="0"/>
              <a:t>Sequential Search</a:t>
            </a:r>
          </a:p>
        </p:txBody>
      </p:sp>
      <p:sp>
        <p:nvSpPr>
          <p:cNvPr id="9219" name="Rectangle 5"/>
          <p:cNvSpPr>
            <a:spLocks noGrp="1" noChangeArrowheads="1"/>
          </p:cNvSpPr>
          <p:nvPr>
            <p:ph idx="1"/>
          </p:nvPr>
        </p:nvSpPr>
        <p:spPr>
          <a:xfrm>
            <a:off x="228600" y="1773238"/>
            <a:ext cx="8686800" cy="4248150"/>
          </a:xfrm>
        </p:spPr>
        <p:txBody>
          <a:bodyPr/>
          <a:lstStyle/>
          <a:p>
            <a:pPr marL="0" indent="0">
              <a:buNone/>
            </a:pPr>
            <a:r>
              <a:rPr lang="en-GB" sz="2400" dirty="0">
                <a:solidFill>
                  <a:srgbClr val="0000FF"/>
                </a:solidFill>
                <a:latin typeface="Consolas" panose="020B0609020204030204" pitchFamily="49" charset="0"/>
              </a:rPr>
              <a:t>private</a:t>
            </a:r>
            <a:r>
              <a:rPr lang="en-GB" sz="2400" dirty="0">
                <a:solidFill>
                  <a:srgbClr val="000000"/>
                </a:solidFill>
                <a:latin typeface="Consolas" panose="020B0609020204030204" pitchFamily="49" charset="0"/>
              </a:rPr>
              <a:t> </a:t>
            </a:r>
            <a:r>
              <a:rPr lang="en-GB" sz="2400" dirty="0">
                <a:solidFill>
                  <a:srgbClr val="0000FF"/>
                </a:solidFill>
                <a:latin typeface="Consolas" panose="020B0609020204030204" pitchFamily="49" charset="0"/>
              </a:rPr>
              <a:t>bool</a:t>
            </a:r>
            <a:r>
              <a:rPr lang="en-GB" sz="2400" dirty="0">
                <a:solidFill>
                  <a:srgbClr val="000000"/>
                </a:solidFill>
                <a:latin typeface="Consolas" panose="020B0609020204030204" pitchFamily="49" charset="0"/>
              </a:rPr>
              <a:t> </a:t>
            </a:r>
            <a:r>
              <a:rPr lang="en-GB" sz="2400" dirty="0" err="1">
                <a:solidFill>
                  <a:srgbClr val="000000"/>
                </a:solidFill>
                <a:latin typeface="Consolas" panose="020B0609020204030204" pitchFamily="49" charset="0"/>
              </a:rPr>
              <a:t>SeqSearch</a:t>
            </a:r>
            <a:r>
              <a:rPr lang="en-GB" sz="2400" dirty="0">
                <a:solidFill>
                  <a:srgbClr val="000000"/>
                </a:solidFill>
                <a:latin typeface="Consolas" panose="020B0609020204030204" pitchFamily="49" charset="0"/>
              </a:rPr>
              <a:t>(</a:t>
            </a:r>
            <a:r>
              <a:rPr lang="en-GB" sz="2400" dirty="0" err="1">
                <a:solidFill>
                  <a:srgbClr val="0000FF"/>
                </a:solidFill>
                <a:latin typeface="Consolas" panose="020B0609020204030204" pitchFamily="49" charset="0"/>
              </a:rPr>
              <a:t>int</a:t>
            </a:r>
            <a:r>
              <a:rPr lang="en-GB" sz="2400" dirty="0">
                <a:solidFill>
                  <a:srgbClr val="000000"/>
                </a:solidFill>
                <a:latin typeface="Consolas" panose="020B0609020204030204" pitchFamily="49" charset="0"/>
              </a:rPr>
              <a:t>[] </a:t>
            </a:r>
            <a:r>
              <a:rPr lang="en-GB" sz="2400" dirty="0" err="1">
                <a:solidFill>
                  <a:srgbClr val="000000"/>
                </a:solidFill>
                <a:latin typeface="Consolas" panose="020B0609020204030204" pitchFamily="49" charset="0"/>
              </a:rPr>
              <a:t>arr</a:t>
            </a:r>
            <a:r>
              <a:rPr lang="en-GB" sz="2400" dirty="0">
                <a:solidFill>
                  <a:srgbClr val="000000"/>
                </a:solidFill>
                <a:latin typeface="Consolas" panose="020B0609020204030204" pitchFamily="49" charset="0"/>
              </a:rPr>
              <a:t>, </a:t>
            </a:r>
            <a:r>
              <a:rPr lang="en-GB" sz="2400" dirty="0" err="1">
                <a:solidFill>
                  <a:srgbClr val="0000FF"/>
                </a:solidFill>
                <a:latin typeface="Consolas" panose="020B0609020204030204" pitchFamily="49" charset="0"/>
              </a:rPr>
              <a:t>int</a:t>
            </a:r>
            <a:r>
              <a:rPr lang="en-GB" sz="2400" dirty="0">
                <a:solidFill>
                  <a:srgbClr val="000000"/>
                </a:solidFill>
                <a:latin typeface="Consolas" panose="020B0609020204030204" pitchFamily="49" charset="0"/>
              </a:rPr>
              <a:t> </a:t>
            </a:r>
            <a:r>
              <a:rPr lang="en-GB" sz="2400" dirty="0" err="1">
                <a:solidFill>
                  <a:srgbClr val="000000"/>
                </a:solidFill>
                <a:latin typeface="Consolas" panose="020B0609020204030204" pitchFamily="49" charset="0"/>
              </a:rPr>
              <a:t>valueToFind</a:t>
            </a:r>
            <a:r>
              <a:rPr lang="en-GB" sz="2400" dirty="0">
                <a:solidFill>
                  <a:srgbClr val="000000"/>
                </a:solidFill>
                <a:latin typeface="Consolas" panose="020B0609020204030204" pitchFamily="49" charset="0"/>
              </a:rPr>
              <a:t>)</a:t>
            </a:r>
          </a:p>
          <a:p>
            <a:pPr marL="0" indent="0">
              <a:buNone/>
            </a:pPr>
            <a:r>
              <a:rPr lang="en-GB" sz="2400" dirty="0">
                <a:solidFill>
                  <a:srgbClr val="000000"/>
                </a:solidFill>
                <a:latin typeface="Consolas" panose="020B0609020204030204" pitchFamily="49" charset="0"/>
              </a:rPr>
              <a:t>{</a:t>
            </a:r>
          </a:p>
          <a:p>
            <a:pPr marL="0" indent="0">
              <a:buNone/>
            </a:pPr>
            <a:r>
              <a:rPr lang="en-GB" sz="2400" dirty="0">
                <a:solidFill>
                  <a:srgbClr val="0000FF"/>
                </a:solidFill>
                <a:latin typeface="Consolas" panose="020B0609020204030204" pitchFamily="49" charset="0"/>
              </a:rPr>
              <a:t>	</a:t>
            </a:r>
            <a:r>
              <a:rPr lang="en-GB" sz="2400" dirty="0" err="1">
                <a:solidFill>
                  <a:srgbClr val="0000FF"/>
                </a:solidFill>
                <a:latin typeface="Consolas" panose="020B0609020204030204" pitchFamily="49" charset="0"/>
              </a:rPr>
              <a:t>foreach</a:t>
            </a:r>
            <a:r>
              <a:rPr lang="en-GB" sz="2400" dirty="0">
                <a:solidFill>
                  <a:srgbClr val="000000"/>
                </a:solidFill>
                <a:latin typeface="Consolas" panose="020B0609020204030204" pitchFamily="49" charset="0"/>
              </a:rPr>
              <a:t> (var t </a:t>
            </a:r>
            <a:r>
              <a:rPr lang="en-GB" sz="2400" dirty="0">
                <a:solidFill>
                  <a:srgbClr val="0000FF"/>
                </a:solidFill>
                <a:latin typeface="Consolas" panose="020B0609020204030204" pitchFamily="49" charset="0"/>
              </a:rPr>
              <a:t>in</a:t>
            </a:r>
            <a:r>
              <a:rPr lang="en-GB" sz="2400" dirty="0">
                <a:solidFill>
                  <a:srgbClr val="000000"/>
                </a:solidFill>
                <a:latin typeface="Consolas" panose="020B0609020204030204" pitchFamily="49" charset="0"/>
              </a:rPr>
              <a:t> </a:t>
            </a:r>
            <a:r>
              <a:rPr lang="en-GB" sz="2400" dirty="0" err="1">
                <a:solidFill>
                  <a:srgbClr val="000000"/>
                </a:solidFill>
                <a:latin typeface="Consolas" panose="020B0609020204030204" pitchFamily="49" charset="0"/>
              </a:rPr>
              <a:t>arr</a:t>
            </a:r>
            <a:r>
              <a:rPr lang="en-GB" sz="2400" dirty="0">
                <a:solidFill>
                  <a:srgbClr val="000000"/>
                </a:solidFill>
                <a:latin typeface="Consolas" panose="020B0609020204030204" pitchFamily="49" charset="0"/>
              </a:rPr>
              <a:t>)</a:t>
            </a:r>
          </a:p>
          <a:p>
            <a:pPr marL="0" indent="0">
              <a:buNone/>
            </a:pPr>
            <a:r>
              <a:rPr lang="en-GB" sz="2400" dirty="0">
                <a:solidFill>
                  <a:srgbClr val="000000"/>
                </a:solidFill>
                <a:latin typeface="Consolas" panose="020B0609020204030204" pitchFamily="49" charset="0"/>
              </a:rPr>
              <a:t>	{</a:t>
            </a:r>
          </a:p>
          <a:p>
            <a:pPr marL="0" indent="0">
              <a:buNone/>
            </a:pPr>
            <a:r>
              <a:rPr lang="en-GB" sz="2400" dirty="0">
                <a:solidFill>
                  <a:srgbClr val="0000FF"/>
                </a:solidFill>
                <a:latin typeface="Consolas" panose="020B0609020204030204" pitchFamily="49" charset="0"/>
              </a:rPr>
              <a:t>		if</a:t>
            </a:r>
            <a:r>
              <a:rPr lang="en-GB" sz="2400" dirty="0">
                <a:solidFill>
                  <a:srgbClr val="000000"/>
                </a:solidFill>
                <a:latin typeface="Consolas" panose="020B0609020204030204" pitchFamily="49" charset="0"/>
              </a:rPr>
              <a:t> (t == </a:t>
            </a:r>
            <a:r>
              <a:rPr lang="en-GB" sz="2400" dirty="0" err="1">
                <a:solidFill>
                  <a:srgbClr val="000000"/>
                </a:solidFill>
                <a:latin typeface="Consolas" panose="020B0609020204030204" pitchFamily="49" charset="0"/>
              </a:rPr>
              <a:t>valueToFind</a:t>
            </a:r>
            <a:r>
              <a:rPr lang="en-GB" sz="2400" dirty="0">
                <a:solidFill>
                  <a:srgbClr val="000000"/>
                </a:solidFill>
                <a:latin typeface="Consolas" panose="020B0609020204030204" pitchFamily="49" charset="0"/>
              </a:rPr>
              <a:t>)</a:t>
            </a:r>
          </a:p>
          <a:p>
            <a:pPr marL="0" indent="0">
              <a:buNone/>
            </a:pPr>
            <a:r>
              <a:rPr lang="en-GB" sz="2400" dirty="0">
                <a:solidFill>
                  <a:srgbClr val="0000FF"/>
                </a:solidFill>
                <a:latin typeface="Consolas" panose="020B0609020204030204" pitchFamily="49" charset="0"/>
              </a:rPr>
              <a:t>			return</a:t>
            </a:r>
            <a:r>
              <a:rPr lang="en-GB" sz="2400" dirty="0">
                <a:solidFill>
                  <a:srgbClr val="000000"/>
                </a:solidFill>
                <a:latin typeface="Consolas" panose="020B0609020204030204" pitchFamily="49" charset="0"/>
              </a:rPr>
              <a:t> </a:t>
            </a:r>
            <a:r>
              <a:rPr lang="en-GB" sz="2400" dirty="0">
                <a:solidFill>
                  <a:srgbClr val="0000FF"/>
                </a:solidFill>
                <a:latin typeface="Consolas" panose="020B0609020204030204" pitchFamily="49" charset="0"/>
              </a:rPr>
              <a:t>true</a:t>
            </a:r>
            <a:r>
              <a:rPr lang="en-GB" sz="2400" dirty="0">
                <a:solidFill>
                  <a:srgbClr val="000000"/>
                </a:solidFill>
                <a:latin typeface="Consolas" panose="020B0609020204030204" pitchFamily="49" charset="0"/>
              </a:rPr>
              <a:t>; </a:t>
            </a:r>
            <a:r>
              <a:rPr lang="en-GB" sz="2400" dirty="0">
                <a:solidFill>
                  <a:srgbClr val="008000"/>
                </a:solidFill>
                <a:latin typeface="Consolas" panose="020B0609020204030204" pitchFamily="49" charset="0"/>
              </a:rPr>
              <a:t>//found</a:t>
            </a:r>
            <a:endParaRPr lang="en-GB" sz="2400" dirty="0">
              <a:solidFill>
                <a:srgbClr val="000000"/>
              </a:solidFill>
              <a:latin typeface="Consolas" panose="020B0609020204030204" pitchFamily="49" charset="0"/>
            </a:endParaRPr>
          </a:p>
          <a:p>
            <a:pPr marL="0" indent="0">
              <a:buNone/>
            </a:pPr>
            <a:r>
              <a:rPr lang="en-GB" sz="2400" dirty="0">
                <a:solidFill>
                  <a:srgbClr val="000000"/>
                </a:solidFill>
                <a:latin typeface="Consolas" panose="020B0609020204030204" pitchFamily="49" charset="0"/>
              </a:rPr>
              <a:t>	}</a:t>
            </a:r>
          </a:p>
          <a:p>
            <a:pPr marL="0" indent="0">
              <a:buNone/>
            </a:pPr>
            <a:endParaRPr lang="en-GB" sz="2400" dirty="0">
              <a:solidFill>
                <a:srgbClr val="000000"/>
              </a:solidFill>
              <a:latin typeface="Consolas" panose="020B0609020204030204" pitchFamily="49" charset="0"/>
            </a:endParaRPr>
          </a:p>
          <a:p>
            <a:pPr marL="0" indent="0">
              <a:buNone/>
            </a:pPr>
            <a:r>
              <a:rPr lang="en-GB" sz="2400" dirty="0">
                <a:solidFill>
                  <a:srgbClr val="0000FF"/>
                </a:solidFill>
                <a:latin typeface="Consolas" panose="020B0609020204030204" pitchFamily="49" charset="0"/>
              </a:rPr>
              <a:t>	return</a:t>
            </a:r>
            <a:r>
              <a:rPr lang="en-GB" sz="2400" dirty="0">
                <a:solidFill>
                  <a:srgbClr val="000000"/>
                </a:solidFill>
                <a:latin typeface="Consolas" panose="020B0609020204030204" pitchFamily="49" charset="0"/>
              </a:rPr>
              <a:t> </a:t>
            </a:r>
            <a:r>
              <a:rPr lang="en-GB" sz="2400" dirty="0">
                <a:solidFill>
                  <a:srgbClr val="0000FF"/>
                </a:solidFill>
                <a:latin typeface="Consolas" panose="020B0609020204030204" pitchFamily="49" charset="0"/>
              </a:rPr>
              <a:t>false</a:t>
            </a:r>
            <a:r>
              <a:rPr lang="en-GB" sz="2400" dirty="0">
                <a:solidFill>
                  <a:srgbClr val="000000"/>
                </a:solidFill>
                <a:latin typeface="Consolas" panose="020B0609020204030204" pitchFamily="49" charset="0"/>
              </a:rPr>
              <a:t>; </a:t>
            </a:r>
            <a:r>
              <a:rPr lang="en-GB" sz="2400" dirty="0">
                <a:solidFill>
                  <a:srgbClr val="008000"/>
                </a:solidFill>
                <a:latin typeface="Consolas" panose="020B0609020204030204" pitchFamily="49" charset="0"/>
              </a:rPr>
              <a:t>//not found</a:t>
            </a:r>
            <a:endParaRPr lang="en-GB" sz="2400" dirty="0">
              <a:solidFill>
                <a:srgbClr val="000000"/>
              </a:solidFill>
              <a:latin typeface="Consolas" panose="020B0609020204030204" pitchFamily="49" charset="0"/>
            </a:endParaRPr>
          </a:p>
          <a:p>
            <a:pPr marL="0" indent="0">
              <a:buNone/>
            </a:pPr>
            <a:r>
              <a:rPr lang="en-GB" sz="2400" dirty="0">
                <a:solidFill>
                  <a:srgbClr val="000000"/>
                </a:solidFill>
                <a:latin typeface="Consolas" panose="020B0609020204030204" pitchFamily="49" charset="0"/>
              </a:rPr>
              <a:t>}</a:t>
            </a:r>
            <a:endParaRPr lang="en-US" sz="2400" dirty="0"/>
          </a:p>
        </p:txBody>
      </p:sp>
      <p:sp>
        <p:nvSpPr>
          <p:cNvPr id="9220" name="Rectangle 4"/>
          <p:cNvSpPr>
            <a:spLocks noChangeArrowheads="1"/>
          </p:cNvSpPr>
          <p:nvPr/>
        </p:nvSpPr>
        <p:spPr bwMode="auto">
          <a:xfrm>
            <a:off x="2286000" y="1460500"/>
            <a:ext cx="45720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a:spcBef>
                <a:spcPct val="0"/>
              </a:spcBef>
              <a:buClrTx/>
              <a:buSzTx/>
              <a:buFontTx/>
              <a:buNone/>
            </a:pPr>
            <a:endParaRPr lang="ru-RU" sz="180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Title 1"/>
          <p:cNvSpPr>
            <a:spLocks noGrp="1"/>
          </p:cNvSpPr>
          <p:nvPr>
            <p:ph type="title"/>
          </p:nvPr>
        </p:nvSpPr>
        <p:spPr/>
        <p:txBody>
          <a:bodyPr/>
          <a:lstStyle/>
          <a:p>
            <a:pPr eaLnBrk="1" hangingPunct="1"/>
            <a:r>
              <a:rPr lang="en-US" dirty="0"/>
              <a:t>Sequential Search</a:t>
            </a:r>
          </a:p>
        </p:txBody>
      </p:sp>
      <p:sp>
        <p:nvSpPr>
          <p:cNvPr id="5123" name="Content Placeholder 2"/>
          <p:cNvSpPr>
            <a:spLocks noGrp="1"/>
          </p:cNvSpPr>
          <p:nvPr>
            <p:ph idx="1"/>
          </p:nvPr>
        </p:nvSpPr>
        <p:spPr/>
        <p:txBody>
          <a:bodyPr/>
          <a:lstStyle/>
          <a:p>
            <a:r>
              <a:rPr lang="en-US" dirty="0"/>
              <a:t>No prerequisites</a:t>
            </a:r>
          </a:p>
          <a:p>
            <a:r>
              <a:rPr lang="en-US" dirty="0"/>
              <a:t>Worst-case performance - O(n)</a:t>
            </a:r>
            <a:endParaRPr lang="en-US" b="1" dirty="0"/>
          </a:p>
          <a:p>
            <a:pPr eaLnBrk="1" hangingPunct="1"/>
            <a:endParaRPr lang="en-US" dirty="0"/>
          </a:p>
        </p:txBody>
      </p:sp>
    </p:spTree>
    <p:extLst>
      <p:ext uri="{BB962C8B-B14F-4D97-AF65-F5344CB8AC3E}">
        <p14:creationId xmlns:p14="http://schemas.microsoft.com/office/powerpoint/2010/main" val="222217573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pPr eaLnBrk="1" hangingPunct="1"/>
            <a:r>
              <a:rPr lang="en-US" dirty="0"/>
              <a:t>Search for Min</a:t>
            </a:r>
          </a:p>
        </p:txBody>
      </p:sp>
      <p:sp>
        <p:nvSpPr>
          <p:cNvPr id="9219" name="Rectangle 5"/>
          <p:cNvSpPr>
            <a:spLocks noGrp="1" noChangeArrowheads="1"/>
          </p:cNvSpPr>
          <p:nvPr>
            <p:ph idx="1"/>
          </p:nvPr>
        </p:nvSpPr>
        <p:spPr>
          <a:xfrm>
            <a:off x="228600" y="1773238"/>
            <a:ext cx="8686800" cy="4248150"/>
          </a:xfrm>
        </p:spPr>
        <p:txBody>
          <a:bodyPr/>
          <a:lstStyle/>
          <a:p>
            <a:pPr marL="0" indent="0">
              <a:buNone/>
            </a:pPr>
            <a:r>
              <a:rPr lang="en-GB" sz="2400" dirty="0">
                <a:solidFill>
                  <a:srgbClr val="0000FF"/>
                </a:solidFill>
                <a:latin typeface="Consolas" panose="020B0609020204030204" pitchFamily="49" charset="0"/>
              </a:rPr>
              <a:t>private</a:t>
            </a:r>
            <a:r>
              <a:rPr lang="en-GB" sz="2400" dirty="0">
                <a:solidFill>
                  <a:srgbClr val="000000"/>
                </a:solidFill>
                <a:latin typeface="Consolas" panose="020B0609020204030204" pitchFamily="49" charset="0"/>
              </a:rPr>
              <a:t> </a:t>
            </a:r>
            <a:r>
              <a:rPr lang="en-GB" sz="2400" dirty="0" err="1">
                <a:solidFill>
                  <a:srgbClr val="0000FF"/>
                </a:solidFill>
                <a:latin typeface="Consolas" panose="020B0609020204030204" pitchFamily="49" charset="0"/>
              </a:rPr>
              <a:t>int</a:t>
            </a:r>
            <a:r>
              <a:rPr lang="en-GB" sz="2400" dirty="0">
                <a:solidFill>
                  <a:srgbClr val="000000"/>
                </a:solidFill>
                <a:latin typeface="Consolas" panose="020B0609020204030204" pitchFamily="49" charset="0"/>
              </a:rPr>
              <a:t> </a:t>
            </a:r>
            <a:r>
              <a:rPr lang="en-GB" sz="2400" dirty="0" err="1">
                <a:solidFill>
                  <a:srgbClr val="000000"/>
                </a:solidFill>
                <a:latin typeface="Consolas" panose="020B0609020204030204" pitchFamily="49" charset="0"/>
              </a:rPr>
              <a:t>FindMin</a:t>
            </a:r>
            <a:r>
              <a:rPr lang="en-GB" sz="2400" dirty="0">
                <a:solidFill>
                  <a:srgbClr val="000000"/>
                </a:solidFill>
                <a:latin typeface="Consolas" panose="020B0609020204030204" pitchFamily="49" charset="0"/>
              </a:rPr>
              <a:t>(</a:t>
            </a:r>
            <a:r>
              <a:rPr lang="en-GB" sz="2400" dirty="0" err="1">
                <a:solidFill>
                  <a:srgbClr val="0000FF"/>
                </a:solidFill>
                <a:latin typeface="Consolas" panose="020B0609020204030204" pitchFamily="49" charset="0"/>
              </a:rPr>
              <a:t>int</a:t>
            </a:r>
            <a:r>
              <a:rPr lang="en-GB" sz="2400" dirty="0">
                <a:solidFill>
                  <a:srgbClr val="000000"/>
                </a:solidFill>
                <a:latin typeface="Consolas" panose="020B0609020204030204" pitchFamily="49" charset="0"/>
              </a:rPr>
              <a:t>[] </a:t>
            </a:r>
            <a:r>
              <a:rPr lang="en-GB" sz="2400" dirty="0" err="1">
                <a:solidFill>
                  <a:srgbClr val="000000"/>
                </a:solidFill>
                <a:latin typeface="Consolas" panose="020B0609020204030204" pitchFamily="49" charset="0"/>
              </a:rPr>
              <a:t>arr</a:t>
            </a:r>
            <a:r>
              <a:rPr lang="en-GB" sz="2400" dirty="0">
                <a:solidFill>
                  <a:srgbClr val="000000"/>
                </a:solidFill>
                <a:latin typeface="Consolas" panose="020B0609020204030204" pitchFamily="49" charset="0"/>
              </a:rPr>
              <a:t>)</a:t>
            </a:r>
          </a:p>
          <a:p>
            <a:pPr marL="0" indent="0">
              <a:buNone/>
            </a:pPr>
            <a:r>
              <a:rPr lang="en-GB" sz="2400" dirty="0">
                <a:solidFill>
                  <a:srgbClr val="000000"/>
                </a:solidFill>
                <a:latin typeface="Consolas" panose="020B0609020204030204" pitchFamily="49" charset="0"/>
              </a:rPr>
              <a:t>{</a:t>
            </a:r>
          </a:p>
          <a:p>
            <a:pPr marL="0" indent="0">
              <a:buNone/>
            </a:pPr>
            <a:r>
              <a:rPr lang="en-GB" sz="2400" dirty="0">
                <a:solidFill>
                  <a:srgbClr val="0000FF"/>
                </a:solidFill>
                <a:latin typeface="Consolas" panose="020B0609020204030204" pitchFamily="49" charset="0"/>
              </a:rPr>
              <a:t>	var</a:t>
            </a:r>
            <a:r>
              <a:rPr lang="en-GB" sz="2400" dirty="0">
                <a:solidFill>
                  <a:srgbClr val="000000"/>
                </a:solidFill>
                <a:latin typeface="Consolas" panose="020B0609020204030204" pitchFamily="49" charset="0"/>
              </a:rPr>
              <a:t> min = </a:t>
            </a:r>
            <a:r>
              <a:rPr lang="en-GB" sz="2400" dirty="0" err="1">
                <a:solidFill>
                  <a:srgbClr val="000000"/>
                </a:solidFill>
                <a:latin typeface="Consolas" panose="020B0609020204030204" pitchFamily="49" charset="0"/>
              </a:rPr>
              <a:t>arr</a:t>
            </a:r>
            <a:r>
              <a:rPr lang="en-GB" sz="2400" dirty="0">
                <a:solidFill>
                  <a:srgbClr val="000000"/>
                </a:solidFill>
                <a:latin typeface="Consolas" panose="020B0609020204030204" pitchFamily="49" charset="0"/>
              </a:rPr>
              <a:t>[0];</a:t>
            </a:r>
          </a:p>
          <a:p>
            <a:pPr marL="0" indent="0">
              <a:buNone/>
            </a:pPr>
            <a:r>
              <a:rPr lang="en-GB" sz="2400" dirty="0">
                <a:solidFill>
                  <a:srgbClr val="0000FF"/>
                </a:solidFill>
                <a:latin typeface="Consolas" panose="020B0609020204030204" pitchFamily="49" charset="0"/>
              </a:rPr>
              <a:t>	for</a:t>
            </a:r>
            <a:r>
              <a:rPr lang="en-GB" sz="2400" dirty="0">
                <a:solidFill>
                  <a:srgbClr val="000000"/>
                </a:solidFill>
                <a:latin typeface="Consolas" panose="020B0609020204030204" pitchFamily="49" charset="0"/>
              </a:rPr>
              <a:t> (</a:t>
            </a:r>
            <a:r>
              <a:rPr lang="en-GB" sz="2400" dirty="0">
                <a:solidFill>
                  <a:srgbClr val="0000FF"/>
                </a:solidFill>
                <a:latin typeface="Consolas" panose="020B0609020204030204" pitchFamily="49" charset="0"/>
              </a:rPr>
              <a:t>var</a:t>
            </a:r>
            <a:r>
              <a:rPr lang="en-GB" sz="2400" dirty="0">
                <a:solidFill>
                  <a:srgbClr val="000000"/>
                </a:solidFill>
                <a:latin typeface="Consolas" panose="020B0609020204030204" pitchFamily="49" charset="0"/>
              </a:rPr>
              <a:t> </a:t>
            </a:r>
            <a:r>
              <a:rPr lang="en-GB" sz="2400" dirty="0" err="1">
                <a:solidFill>
                  <a:srgbClr val="000000"/>
                </a:solidFill>
                <a:latin typeface="Consolas" panose="020B0609020204030204" pitchFamily="49" charset="0"/>
              </a:rPr>
              <a:t>i</a:t>
            </a:r>
            <a:r>
              <a:rPr lang="en-GB" sz="2400" dirty="0">
                <a:solidFill>
                  <a:srgbClr val="000000"/>
                </a:solidFill>
                <a:latin typeface="Consolas" panose="020B0609020204030204" pitchFamily="49" charset="0"/>
              </a:rPr>
              <a:t> = 1; </a:t>
            </a:r>
            <a:r>
              <a:rPr lang="en-GB" sz="2400" dirty="0" err="1">
                <a:solidFill>
                  <a:srgbClr val="000000"/>
                </a:solidFill>
                <a:latin typeface="Consolas" panose="020B0609020204030204" pitchFamily="49" charset="0"/>
              </a:rPr>
              <a:t>i</a:t>
            </a:r>
            <a:r>
              <a:rPr lang="en-GB" sz="2400" dirty="0">
                <a:solidFill>
                  <a:srgbClr val="000000"/>
                </a:solidFill>
                <a:latin typeface="Consolas" panose="020B0609020204030204" pitchFamily="49" charset="0"/>
              </a:rPr>
              <a:t> &lt; </a:t>
            </a:r>
            <a:r>
              <a:rPr lang="en-GB" sz="2400" dirty="0" err="1">
                <a:solidFill>
                  <a:srgbClr val="000000"/>
                </a:solidFill>
                <a:latin typeface="Consolas" panose="020B0609020204030204" pitchFamily="49" charset="0"/>
              </a:rPr>
              <a:t>arr.Length</a:t>
            </a:r>
            <a:r>
              <a:rPr lang="en-GB" sz="2400" dirty="0">
                <a:solidFill>
                  <a:srgbClr val="000000"/>
                </a:solidFill>
                <a:latin typeface="Consolas" panose="020B0609020204030204" pitchFamily="49" charset="0"/>
              </a:rPr>
              <a:t> - 1; </a:t>
            </a:r>
            <a:r>
              <a:rPr lang="en-GB" sz="2400" dirty="0" err="1">
                <a:solidFill>
                  <a:srgbClr val="000000"/>
                </a:solidFill>
                <a:latin typeface="Consolas" panose="020B0609020204030204" pitchFamily="49" charset="0"/>
              </a:rPr>
              <a:t>i</a:t>
            </a:r>
            <a:r>
              <a:rPr lang="en-GB" sz="2400" dirty="0">
                <a:solidFill>
                  <a:srgbClr val="000000"/>
                </a:solidFill>
                <a:latin typeface="Consolas" panose="020B0609020204030204" pitchFamily="49" charset="0"/>
              </a:rPr>
              <a:t>++)</a:t>
            </a:r>
          </a:p>
          <a:p>
            <a:pPr marL="0" indent="0">
              <a:buNone/>
            </a:pPr>
            <a:r>
              <a:rPr lang="en-GB" sz="2400" dirty="0">
                <a:solidFill>
                  <a:srgbClr val="000000"/>
                </a:solidFill>
                <a:latin typeface="Consolas" panose="020B0609020204030204" pitchFamily="49" charset="0"/>
              </a:rPr>
              <a:t>	{</a:t>
            </a:r>
          </a:p>
          <a:p>
            <a:pPr marL="0" indent="0">
              <a:buNone/>
            </a:pPr>
            <a:r>
              <a:rPr lang="en-GB" sz="2400" dirty="0">
                <a:solidFill>
                  <a:srgbClr val="0000FF"/>
                </a:solidFill>
                <a:latin typeface="Consolas" panose="020B0609020204030204" pitchFamily="49" charset="0"/>
              </a:rPr>
              <a:t>		if</a:t>
            </a:r>
            <a:r>
              <a:rPr lang="en-GB" sz="2400" dirty="0">
                <a:solidFill>
                  <a:srgbClr val="000000"/>
                </a:solidFill>
                <a:latin typeface="Consolas" panose="020B0609020204030204" pitchFamily="49" charset="0"/>
              </a:rPr>
              <a:t> (</a:t>
            </a:r>
            <a:r>
              <a:rPr lang="en-GB" sz="2400" dirty="0" err="1">
                <a:solidFill>
                  <a:srgbClr val="000000"/>
                </a:solidFill>
                <a:latin typeface="Consolas" panose="020B0609020204030204" pitchFamily="49" charset="0"/>
              </a:rPr>
              <a:t>arr</a:t>
            </a:r>
            <a:r>
              <a:rPr lang="en-GB" sz="2400" dirty="0">
                <a:solidFill>
                  <a:srgbClr val="000000"/>
                </a:solidFill>
                <a:latin typeface="Consolas" panose="020B0609020204030204" pitchFamily="49" charset="0"/>
              </a:rPr>
              <a:t>[</a:t>
            </a:r>
            <a:r>
              <a:rPr lang="en-GB" sz="2400" dirty="0" err="1">
                <a:solidFill>
                  <a:srgbClr val="000000"/>
                </a:solidFill>
                <a:latin typeface="Consolas" panose="020B0609020204030204" pitchFamily="49" charset="0"/>
              </a:rPr>
              <a:t>i</a:t>
            </a:r>
            <a:r>
              <a:rPr lang="en-GB" sz="2400" dirty="0">
                <a:solidFill>
                  <a:srgbClr val="000000"/>
                </a:solidFill>
                <a:latin typeface="Consolas" panose="020B0609020204030204" pitchFamily="49" charset="0"/>
              </a:rPr>
              <a:t>] &lt; min)</a:t>
            </a:r>
          </a:p>
          <a:p>
            <a:pPr marL="0" indent="0">
              <a:buNone/>
            </a:pPr>
            <a:r>
              <a:rPr lang="en-GB" sz="2400" dirty="0">
                <a:solidFill>
                  <a:srgbClr val="000000"/>
                </a:solidFill>
                <a:latin typeface="Consolas" panose="020B0609020204030204" pitchFamily="49" charset="0"/>
              </a:rPr>
              <a:t>			min = </a:t>
            </a:r>
            <a:r>
              <a:rPr lang="en-GB" sz="2400" dirty="0" err="1">
                <a:solidFill>
                  <a:srgbClr val="000000"/>
                </a:solidFill>
                <a:latin typeface="Consolas" panose="020B0609020204030204" pitchFamily="49" charset="0"/>
              </a:rPr>
              <a:t>arr</a:t>
            </a:r>
            <a:r>
              <a:rPr lang="en-GB" sz="2400" dirty="0">
                <a:solidFill>
                  <a:srgbClr val="000000"/>
                </a:solidFill>
                <a:latin typeface="Consolas" panose="020B0609020204030204" pitchFamily="49" charset="0"/>
              </a:rPr>
              <a:t>[</a:t>
            </a:r>
            <a:r>
              <a:rPr lang="en-GB" sz="2400" dirty="0" err="1">
                <a:solidFill>
                  <a:srgbClr val="000000"/>
                </a:solidFill>
                <a:latin typeface="Consolas" panose="020B0609020204030204" pitchFamily="49" charset="0"/>
              </a:rPr>
              <a:t>i</a:t>
            </a:r>
            <a:r>
              <a:rPr lang="en-GB" sz="2400" dirty="0">
                <a:solidFill>
                  <a:srgbClr val="000000"/>
                </a:solidFill>
                <a:latin typeface="Consolas" panose="020B0609020204030204" pitchFamily="49" charset="0"/>
              </a:rPr>
              <a:t>];</a:t>
            </a:r>
          </a:p>
          <a:p>
            <a:pPr marL="0" indent="0">
              <a:buNone/>
            </a:pPr>
            <a:r>
              <a:rPr lang="en-GB" sz="2400" dirty="0">
                <a:solidFill>
                  <a:srgbClr val="000000"/>
                </a:solidFill>
                <a:latin typeface="Consolas" panose="020B0609020204030204" pitchFamily="49" charset="0"/>
              </a:rPr>
              <a:t>	}</a:t>
            </a:r>
          </a:p>
          <a:p>
            <a:pPr marL="0" indent="0">
              <a:buNone/>
            </a:pPr>
            <a:endParaRPr lang="en-GB" sz="2400" dirty="0">
              <a:solidFill>
                <a:srgbClr val="000000"/>
              </a:solidFill>
              <a:latin typeface="Consolas" panose="020B0609020204030204" pitchFamily="49" charset="0"/>
            </a:endParaRPr>
          </a:p>
          <a:p>
            <a:pPr marL="0" indent="0">
              <a:buNone/>
            </a:pPr>
            <a:r>
              <a:rPr lang="en-GB" sz="2400" dirty="0">
                <a:solidFill>
                  <a:srgbClr val="0000FF"/>
                </a:solidFill>
                <a:latin typeface="Consolas" panose="020B0609020204030204" pitchFamily="49" charset="0"/>
              </a:rPr>
              <a:t>	return</a:t>
            </a:r>
            <a:r>
              <a:rPr lang="en-GB" sz="2400" dirty="0">
                <a:solidFill>
                  <a:srgbClr val="000000"/>
                </a:solidFill>
                <a:latin typeface="Consolas" panose="020B0609020204030204" pitchFamily="49" charset="0"/>
              </a:rPr>
              <a:t> min;</a:t>
            </a:r>
          </a:p>
          <a:p>
            <a:pPr marL="0" indent="0">
              <a:buNone/>
            </a:pPr>
            <a:r>
              <a:rPr lang="en-GB" sz="2400" dirty="0">
                <a:solidFill>
                  <a:srgbClr val="000000"/>
                </a:solidFill>
                <a:latin typeface="Consolas" panose="020B0609020204030204" pitchFamily="49" charset="0"/>
              </a:rPr>
              <a:t>}</a:t>
            </a:r>
            <a:endParaRPr lang="en-US" sz="2400" dirty="0"/>
          </a:p>
        </p:txBody>
      </p:sp>
      <p:sp>
        <p:nvSpPr>
          <p:cNvPr id="9220" name="Rectangle 4"/>
          <p:cNvSpPr>
            <a:spLocks noChangeArrowheads="1"/>
          </p:cNvSpPr>
          <p:nvPr/>
        </p:nvSpPr>
        <p:spPr bwMode="auto">
          <a:xfrm>
            <a:off x="2286000" y="1460500"/>
            <a:ext cx="45720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a:spcBef>
                <a:spcPct val="0"/>
              </a:spcBef>
              <a:buClrTx/>
              <a:buSzTx/>
              <a:buFontTx/>
              <a:buNone/>
            </a:pPr>
            <a:endParaRPr lang="ru-RU" sz="1800"/>
          </a:p>
        </p:txBody>
      </p:sp>
    </p:spTree>
    <p:extLst>
      <p:ext uri="{BB962C8B-B14F-4D97-AF65-F5344CB8AC3E}">
        <p14:creationId xmlns:p14="http://schemas.microsoft.com/office/powerpoint/2010/main" val="41975313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pPr eaLnBrk="1" hangingPunct="1"/>
            <a:r>
              <a:rPr lang="en-US" dirty="0"/>
              <a:t>Search for Max</a:t>
            </a:r>
          </a:p>
        </p:txBody>
      </p:sp>
      <p:sp>
        <p:nvSpPr>
          <p:cNvPr id="9219" name="Rectangle 5"/>
          <p:cNvSpPr>
            <a:spLocks noGrp="1" noChangeArrowheads="1"/>
          </p:cNvSpPr>
          <p:nvPr>
            <p:ph idx="1"/>
          </p:nvPr>
        </p:nvSpPr>
        <p:spPr>
          <a:xfrm>
            <a:off x="228600" y="1773238"/>
            <a:ext cx="8686800" cy="4248150"/>
          </a:xfrm>
        </p:spPr>
        <p:txBody>
          <a:bodyPr/>
          <a:lstStyle/>
          <a:p>
            <a:pPr marL="0" indent="0">
              <a:buNone/>
            </a:pPr>
            <a:r>
              <a:rPr lang="en-GB" sz="2400" dirty="0">
                <a:solidFill>
                  <a:srgbClr val="0000FF"/>
                </a:solidFill>
                <a:latin typeface="Consolas" panose="020B0609020204030204" pitchFamily="49" charset="0"/>
              </a:rPr>
              <a:t>private</a:t>
            </a:r>
            <a:r>
              <a:rPr lang="en-GB" sz="2400" dirty="0">
                <a:solidFill>
                  <a:srgbClr val="000000"/>
                </a:solidFill>
                <a:latin typeface="Consolas" panose="020B0609020204030204" pitchFamily="49" charset="0"/>
              </a:rPr>
              <a:t> </a:t>
            </a:r>
            <a:r>
              <a:rPr lang="en-GB" sz="2400" dirty="0" err="1">
                <a:solidFill>
                  <a:srgbClr val="0000FF"/>
                </a:solidFill>
                <a:latin typeface="Consolas" panose="020B0609020204030204" pitchFamily="49" charset="0"/>
              </a:rPr>
              <a:t>int</a:t>
            </a:r>
            <a:r>
              <a:rPr lang="en-GB" sz="2400" dirty="0">
                <a:solidFill>
                  <a:srgbClr val="000000"/>
                </a:solidFill>
                <a:latin typeface="Consolas" panose="020B0609020204030204" pitchFamily="49" charset="0"/>
              </a:rPr>
              <a:t> </a:t>
            </a:r>
            <a:r>
              <a:rPr lang="en-GB" sz="2400" dirty="0" err="1">
                <a:solidFill>
                  <a:srgbClr val="000000"/>
                </a:solidFill>
                <a:latin typeface="Consolas" panose="020B0609020204030204" pitchFamily="49" charset="0"/>
              </a:rPr>
              <a:t>FindMax</a:t>
            </a:r>
            <a:r>
              <a:rPr lang="en-GB" sz="2400" dirty="0">
                <a:solidFill>
                  <a:srgbClr val="000000"/>
                </a:solidFill>
                <a:latin typeface="Consolas" panose="020B0609020204030204" pitchFamily="49" charset="0"/>
              </a:rPr>
              <a:t>(</a:t>
            </a:r>
            <a:r>
              <a:rPr lang="en-GB" sz="2400" dirty="0" err="1">
                <a:solidFill>
                  <a:srgbClr val="0000FF"/>
                </a:solidFill>
                <a:latin typeface="Consolas" panose="020B0609020204030204" pitchFamily="49" charset="0"/>
              </a:rPr>
              <a:t>int</a:t>
            </a:r>
            <a:r>
              <a:rPr lang="en-GB" sz="2400" dirty="0">
                <a:solidFill>
                  <a:srgbClr val="000000"/>
                </a:solidFill>
                <a:latin typeface="Consolas" panose="020B0609020204030204" pitchFamily="49" charset="0"/>
              </a:rPr>
              <a:t>[] </a:t>
            </a:r>
            <a:r>
              <a:rPr lang="en-GB" sz="2400" dirty="0" err="1">
                <a:solidFill>
                  <a:srgbClr val="000000"/>
                </a:solidFill>
                <a:latin typeface="Consolas" panose="020B0609020204030204" pitchFamily="49" charset="0"/>
              </a:rPr>
              <a:t>arr</a:t>
            </a:r>
            <a:r>
              <a:rPr lang="en-GB" sz="2400" dirty="0">
                <a:solidFill>
                  <a:srgbClr val="000000"/>
                </a:solidFill>
                <a:latin typeface="Consolas" panose="020B0609020204030204" pitchFamily="49" charset="0"/>
              </a:rPr>
              <a:t>)</a:t>
            </a:r>
          </a:p>
          <a:p>
            <a:pPr marL="0" indent="0">
              <a:buNone/>
            </a:pPr>
            <a:r>
              <a:rPr lang="en-GB" sz="2400" dirty="0">
                <a:solidFill>
                  <a:srgbClr val="000000"/>
                </a:solidFill>
                <a:latin typeface="Consolas" panose="020B0609020204030204" pitchFamily="49" charset="0"/>
              </a:rPr>
              <a:t>{</a:t>
            </a:r>
          </a:p>
          <a:p>
            <a:pPr marL="0" indent="0">
              <a:buNone/>
            </a:pPr>
            <a:r>
              <a:rPr lang="en-GB" sz="2400" dirty="0">
                <a:solidFill>
                  <a:srgbClr val="0000FF"/>
                </a:solidFill>
                <a:latin typeface="Consolas" panose="020B0609020204030204" pitchFamily="49" charset="0"/>
              </a:rPr>
              <a:t>	var</a:t>
            </a:r>
            <a:r>
              <a:rPr lang="en-GB" sz="2400" dirty="0">
                <a:solidFill>
                  <a:srgbClr val="000000"/>
                </a:solidFill>
                <a:latin typeface="Consolas" panose="020B0609020204030204" pitchFamily="49" charset="0"/>
              </a:rPr>
              <a:t> max = </a:t>
            </a:r>
            <a:r>
              <a:rPr lang="en-GB" sz="2400" dirty="0" err="1">
                <a:solidFill>
                  <a:srgbClr val="000000"/>
                </a:solidFill>
                <a:latin typeface="Consolas" panose="020B0609020204030204" pitchFamily="49" charset="0"/>
              </a:rPr>
              <a:t>arr</a:t>
            </a:r>
            <a:r>
              <a:rPr lang="en-GB" sz="2400" dirty="0">
                <a:solidFill>
                  <a:srgbClr val="000000"/>
                </a:solidFill>
                <a:latin typeface="Consolas" panose="020B0609020204030204" pitchFamily="49" charset="0"/>
              </a:rPr>
              <a:t>[0];</a:t>
            </a:r>
          </a:p>
          <a:p>
            <a:pPr marL="0" indent="0">
              <a:buNone/>
            </a:pPr>
            <a:r>
              <a:rPr lang="en-GB" sz="2400" dirty="0">
                <a:solidFill>
                  <a:srgbClr val="0000FF"/>
                </a:solidFill>
                <a:latin typeface="Consolas" panose="020B0609020204030204" pitchFamily="49" charset="0"/>
              </a:rPr>
              <a:t>	for</a:t>
            </a:r>
            <a:r>
              <a:rPr lang="en-GB" sz="2400" dirty="0">
                <a:solidFill>
                  <a:srgbClr val="000000"/>
                </a:solidFill>
                <a:latin typeface="Consolas" panose="020B0609020204030204" pitchFamily="49" charset="0"/>
              </a:rPr>
              <a:t> (</a:t>
            </a:r>
            <a:r>
              <a:rPr lang="en-GB" sz="2400" dirty="0">
                <a:solidFill>
                  <a:srgbClr val="0000FF"/>
                </a:solidFill>
                <a:latin typeface="Consolas" panose="020B0609020204030204" pitchFamily="49" charset="0"/>
              </a:rPr>
              <a:t>var</a:t>
            </a:r>
            <a:r>
              <a:rPr lang="en-GB" sz="2400" dirty="0">
                <a:solidFill>
                  <a:srgbClr val="000000"/>
                </a:solidFill>
                <a:latin typeface="Consolas" panose="020B0609020204030204" pitchFamily="49" charset="0"/>
              </a:rPr>
              <a:t> </a:t>
            </a:r>
            <a:r>
              <a:rPr lang="en-GB" sz="2400" dirty="0" err="1">
                <a:solidFill>
                  <a:srgbClr val="000000"/>
                </a:solidFill>
                <a:latin typeface="Consolas" panose="020B0609020204030204" pitchFamily="49" charset="0"/>
              </a:rPr>
              <a:t>i</a:t>
            </a:r>
            <a:r>
              <a:rPr lang="en-GB" sz="2400" dirty="0">
                <a:solidFill>
                  <a:srgbClr val="000000"/>
                </a:solidFill>
                <a:latin typeface="Consolas" panose="020B0609020204030204" pitchFamily="49" charset="0"/>
              </a:rPr>
              <a:t> = 1; </a:t>
            </a:r>
            <a:r>
              <a:rPr lang="en-GB" sz="2400" dirty="0" err="1">
                <a:solidFill>
                  <a:srgbClr val="000000"/>
                </a:solidFill>
                <a:latin typeface="Consolas" panose="020B0609020204030204" pitchFamily="49" charset="0"/>
              </a:rPr>
              <a:t>i</a:t>
            </a:r>
            <a:r>
              <a:rPr lang="en-GB" sz="2400" dirty="0">
                <a:solidFill>
                  <a:srgbClr val="000000"/>
                </a:solidFill>
                <a:latin typeface="Consolas" panose="020B0609020204030204" pitchFamily="49" charset="0"/>
              </a:rPr>
              <a:t> &lt; </a:t>
            </a:r>
            <a:r>
              <a:rPr lang="en-GB" sz="2400" dirty="0" err="1">
                <a:solidFill>
                  <a:srgbClr val="000000"/>
                </a:solidFill>
                <a:latin typeface="Consolas" panose="020B0609020204030204" pitchFamily="49" charset="0"/>
              </a:rPr>
              <a:t>arr.Length</a:t>
            </a:r>
            <a:r>
              <a:rPr lang="en-GB" sz="2400" dirty="0">
                <a:solidFill>
                  <a:srgbClr val="000000"/>
                </a:solidFill>
                <a:latin typeface="Consolas" panose="020B0609020204030204" pitchFamily="49" charset="0"/>
              </a:rPr>
              <a:t> - 1; </a:t>
            </a:r>
            <a:r>
              <a:rPr lang="en-GB" sz="2400" dirty="0" err="1">
                <a:solidFill>
                  <a:srgbClr val="000000"/>
                </a:solidFill>
                <a:latin typeface="Consolas" panose="020B0609020204030204" pitchFamily="49" charset="0"/>
              </a:rPr>
              <a:t>i</a:t>
            </a:r>
            <a:r>
              <a:rPr lang="en-GB" sz="2400" dirty="0">
                <a:solidFill>
                  <a:srgbClr val="000000"/>
                </a:solidFill>
                <a:latin typeface="Consolas" panose="020B0609020204030204" pitchFamily="49" charset="0"/>
              </a:rPr>
              <a:t>++)</a:t>
            </a:r>
          </a:p>
          <a:p>
            <a:pPr marL="0" indent="0">
              <a:buNone/>
            </a:pPr>
            <a:r>
              <a:rPr lang="en-GB" sz="2400" dirty="0">
                <a:solidFill>
                  <a:srgbClr val="000000"/>
                </a:solidFill>
                <a:latin typeface="Consolas" panose="020B0609020204030204" pitchFamily="49" charset="0"/>
              </a:rPr>
              <a:t>	{</a:t>
            </a:r>
          </a:p>
          <a:p>
            <a:pPr marL="0" indent="0">
              <a:buNone/>
            </a:pPr>
            <a:r>
              <a:rPr lang="en-GB" sz="2400" dirty="0">
                <a:solidFill>
                  <a:srgbClr val="0000FF"/>
                </a:solidFill>
                <a:latin typeface="Consolas" panose="020B0609020204030204" pitchFamily="49" charset="0"/>
              </a:rPr>
              <a:t>		if</a:t>
            </a:r>
            <a:r>
              <a:rPr lang="en-GB" sz="2400" dirty="0">
                <a:solidFill>
                  <a:srgbClr val="000000"/>
                </a:solidFill>
                <a:latin typeface="Consolas" panose="020B0609020204030204" pitchFamily="49" charset="0"/>
              </a:rPr>
              <a:t> (</a:t>
            </a:r>
            <a:r>
              <a:rPr lang="en-GB" sz="2400" dirty="0" err="1">
                <a:solidFill>
                  <a:srgbClr val="000000"/>
                </a:solidFill>
                <a:latin typeface="Consolas" panose="020B0609020204030204" pitchFamily="49" charset="0"/>
              </a:rPr>
              <a:t>arr</a:t>
            </a:r>
            <a:r>
              <a:rPr lang="en-GB" sz="2400" dirty="0">
                <a:solidFill>
                  <a:srgbClr val="000000"/>
                </a:solidFill>
                <a:latin typeface="Consolas" panose="020B0609020204030204" pitchFamily="49" charset="0"/>
              </a:rPr>
              <a:t>[</a:t>
            </a:r>
            <a:r>
              <a:rPr lang="en-GB" sz="2400" dirty="0" err="1">
                <a:solidFill>
                  <a:srgbClr val="000000"/>
                </a:solidFill>
                <a:latin typeface="Consolas" panose="020B0609020204030204" pitchFamily="49" charset="0"/>
              </a:rPr>
              <a:t>i</a:t>
            </a:r>
            <a:r>
              <a:rPr lang="en-GB" sz="2400" dirty="0">
                <a:solidFill>
                  <a:srgbClr val="000000"/>
                </a:solidFill>
                <a:latin typeface="Consolas" panose="020B0609020204030204" pitchFamily="49" charset="0"/>
              </a:rPr>
              <a:t>] &gt; max)</a:t>
            </a:r>
          </a:p>
          <a:p>
            <a:pPr marL="0" indent="0">
              <a:buNone/>
            </a:pPr>
            <a:r>
              <a:rPr lang="en-GB" sz="2400" dirty="0">
                <a:solidFill>
                  <a:srgbClr val="000000"/>
                </a:solidFill>
                <a:latin typeface="Consolas" panose="020B0609020204030204" pitchFamily="49" charset="0"/>
              </a:rPr>
              <a:t>			max = </a:t>
            </a:r>
            <a:r>
              <a:rPr lang="en-GB" sz="2400" dirty="0" err="1">
                <a:solidFill>
                  <a:srgbClr val="000000"/>
                </a:solidFill>
                <a:latin typeface="Consolas" panose="020B0609020204030204" pitchFamily="49" charset="0"/>
              </a:rPr>
              <a:t>arr</a:t>
            </a:r>
            <a:r>
              <a:rPr lang="en-GB" sz="2400" dirty="0">
                <a:solidFill>
                  <a:srgbClr val="000000"/>
                </a:solidFill>
                <a:latin typeface="Consolas" panose="020B0609020204030204" pitchFamily="49" charset="0"/>
              </a:rPr>
              <a:t>[</a:t>
            </a:r>
            <a:r>
              <a:rPr lang="en-GB" sz="2400" dirty="0" err="1">
                <a:solidFill>
                  <a:srgbClr val="000000"/>
                </a:solidFill>
                <a:latin typeface="Consolas" panose="020B0609020204030204" pitchFamily="49" charset="0"/>
              </a:rPr>
              <a:t>i</a:t>
            </a:r>
            <a:r>
              <a:rPr lang="en-GB" sz="2400" dirty="0">
                <a:solidFill>
                  <a:srgbClr val="000000"/>
                </a:solidFill>
                <a:latin typeface="Consolas" panose="020B0609020204030204" pitchFamily="49" charset="0"/>
              </a:rPr>
              <a:t>];</a:t>
            </a:r>
          </a:p>
          <a:p>
            <a:pPr marL="0" indent="0">
              <a:buNone/>
            </a:pPr>
            <a:r>
              <a:rPr lang="en-GB" sz="2400" dirty="0">
                <a:solidFill>
                  <a:srgbClr val="000000"/>
                </a:solidFill>
                <a:latin typeface="Consolas" panose="020B0609020204030204" pitchFamily="49" charset="0"/>
              </a:rPr>
              <a:t>	}</a:t>
            </a:r>
          </a:p>
          <a:p>
            <a:pPr marL="0" indent="0">
              <a:buNone/>
            </a:pPr>
            <a:endParaRPr lang="en-GB" sz="2400" dirty="0">
              <a:solidFill>
                <a:srgbClr val="000000"/>
              </a:solidFill>
              <a:latin typeface="Consolas" panose="020B0609020204030204" pitchFamily="49" charset="0"/>
            </a:endParaRPr>
          </a:p>
          <a:p>
            <a:pPr marL="0" indent="0">
              <a:buNone/>
            </a:pPr>
            <a:r>
              <a:rPr lang="en-GB" sz="2400" dirty="0">
                <a:solidFill>
                  <a:srgbClr val="0000FF"/>
                </a:solidFill>
                <a:latin typeface="Consolas" panose="020B0609020204030204" pitchFamily="49" charset="0"/>
              </a:rPr>
              <a:t>	return</a:t>
            </a:r>
            <a:r>
              <a:rPr lang="en-GB" sz="2400" dirty="0">
                <a:solidFill>
                  <a:srgbClr val="000000"/>
                </a:solidFill>
                <a:latin typeface="Consolas" panose="020B0609020204030204" pitchFamily="49" charset="0"/>
              </a:rPr>
              <a:t> max;</a:t>
            </a:r>
          </a:p>
          <a:p>
            <a:pPr marL="0" indent="0">
              <a:buNone/>
            </a:pPr>
            <a:r>
              <a:rPr lang="en-GB" sz="2400" dirty="0">
                <a:solidFill>
                  <a:srgbClr val="000000"/>
                </a:solidFill>
                <a:latin typeface="Consolas" panose="020B0609020204030204" pitchFamily="49" charset="0"/>
              </a:rPr>
              <a:t>}</a:t>
            </a:r>
            <a:endParaRPr lang="en-US" sz="2400" dirty="0"/>
          </a:p>
        </p:txBody>
      </p:sp>
      <p:sp>
        <p:nvSpPr>
          <p:cNvPr id="9220" name="Rectangle 4"/>
          <p:cNvSpPr>
            <a:spLocks noChangeArrowheads="1"/>
          </p:cNvSpPr>
          <p:nvPr/>
        </p:nvSpPr>
        <p:spPr bwMode="auto">
          <a:xfrm>
            <a:off x="2286000" y="1460500"/>
            <a:ext cx="45720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bg2"/>
              </a:buClr>
              <a:buSzPct val="75000"/>
              <a:buFont typeface="Wingdings" panose="05000000000000000000" pitchFamily="2" charset="2"/>
              <a:buChar char="n"/>
              <a:defRPr sz="3200">
                <a:solidFill>
                  <a:schemeClr val="tx1"/>
                </a:solidFill>
                <a:latin typeface="Arial" panose="020B0604020202020204" pitchFamily="34" charset="0"/>
              </a:defRPr>
            </a:lvl1pPr>
            <a:lvl2pPr marL="742950" indent="-285750">
              <a:spcBef>
                <a:spcPct val="20000"/>
              </a:spcBef>
              <a:buClr>
                <a:schemeClr val="accent2"/>
              </a:buClr>
              <a:buSzPct val="80000"/>
              <a:buFont typeface="Wingdings" panose="05000000000000000000" pitchFamily="2" charset="2"/>
              <a:buChar char="¨"/>
              <a:defRPr sz="2800">
                <a:solidFill>
                  <a:schemeClr val="tx1"/>
                </a:solidFill>
                <a:latin typeface="Arial" panose="020B0604020202020204" pitchFamily="34" charset="0"/>
              </a:defRPr>
            </a:lvl2pPr>
            <a:lvl3pPr marL="1143000" indent="-228600">
              <a:spcBef>
                <a:spcPct val="20000"/>
              </a:spcBef>
              <a:buClr>
                <a:schemeClr val="bg2"/>
              </a:buClr>
              <a:buSzPct val="65000"/>
              <a:buFont typeface="Wingdings" panose="05000000000000000000" pitchFamily="2" charset="2"/>
              <a:buChar char="n"/>
              <a:defRPr sz="2400">
                <a:solidFill>
                  <a:schemeClr val="tx1"/>
                </a:solidFill>
                <a:latin typeface="Arial" panose="020B0604020202020204" pitchFamily="34" charset="0"/>
              </a:defRPr>
            </a:lvl3pPr>
            <a:lvl4pPr marL="1600200" indent="-228600">
              <a:spcBef>
                <a:spcPct val="20000"/>
              </a:spcBef>
              <a:buClr>
                <a:schemeClr val="accent2"/>
              </a:buClr>
              <a:buSzPct val="70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bg2"/>
              </a:buClr>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bg2"/>
              </a:buClr>
              <a:buFont typeface="Wingdings" panose="05000000000000000000" pitchFamily="2" charset="2"/>
              <a:buChar char="§"/>
              <a:defRPr sz="2000">
                <a:solidFill>
                  <a:schemeClr val="tx1"/>
                </a:solidFill>
                <a:latin typeface="Arial" panose="020B0604020202020204" pitchFamily="34" charset="0"/>
              </a:defRPr>
            </a:lvl9pPr>
          </a:lstStyle>
          <a:p>
            <a:pPr>
              <a:spcBef>
                <a:spcPct val="0"/>
              </a:spcBef>
              <a:buClrTx/>
              <a:buSzTx/>
              <a:buFontTx/>
              <a:buNone/>
            </a:pPr>
            <a:endParaRPr lang="ru-RU" sz="1800"/>
          </a:p>
        </p:txBody>
      </p:sp>
    </p:spTree>
    <p:extLst>
      <p:ext uri="{BB962C8B-B14F-4D97-AF65-F5344CB8AC3E}">
        <p14:creationId xmlns:p14="http://schemas.microsoft.com/office/powerpoint/2010/main" val="16337926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p:cNvSpPr>
            <a:spLocks noGrp="1"/>
          </p:cNvSpPr>
          <p:nvPr>
            <p:ph type="title"/>
          </p:nvPr>
        </p:nvSpPr>
        <p:spPr/>
        <p:txBody>
          <a:bodyPr/>
          <a:lstStyle/>
          <a:p>
            <a:r>
              <a:rPr lang="en-US" dirty="0"/>
              <a:t>Binary Search</a:t>
            </a:r>
          </a:p>
        </p:txBody>
      </p:sp>
      <p:sp>
        <p:nvSpPr>
          <p:cNvPr id="2" name="Content Placeholder 1"/>
          <p:cNvSpPr>
            <a:spLocks noGrp="1"/>
          </p:cNvSpPr>
          <p:nvPr>
            <p:ph idx="1"/>
          </p:nvPr>
        </p:nvSpPr>
        <p:spPr/>
        <p:txBody>
          <a:bodyPr/>
          <a:lstStyle/>
          <a:p>
            <a:endParaRPr lang="en-US"/>
          </a:p>
        </p:txBody>
      </p:sp>
      <p:grpSp>
        <p:nvGrpSpPr>
          <p:cNvPr id="5" name="Group 4"/>
          <p:cNvGrpSpPr/>
          <p:nvPr/>
        </p:nvGrpSpPr>
        <p:grpSpPr>
          <a:xfrm>
            <a:off x="485955" y="2051650"/>
            <a:ext cx="8142259" cy="3968150"/>
            <a:chOff x="485955" y="1447800"/>
            <a:chExt cx="8142259" cy="3968150"/>
          </a:xfrm>
        </p:grpSpPr>
        <p:sp>
          <p:nvSpPr>
            <p:cNvPr id="6" name="Rectangle 5"/>
            <p:cNvSpPr/>
            <p:nvPr/>
          </p:nvSpPr>
          <p:spPr bwMode="auto">
            <a:xfrm>
              <a:off x="4186149" y="1447800"/>
              <a:ext cx="685800" cy="381000"/>
            </a:xfrm>
            <a:prstGeom prst="rect">
              <a:avLst/>
            </a:prstGeom>
            <a:ln>
              <a:headEnd type="none" w="med" len="med"/>
              <a:tailEnd type="none" w="med" len="me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0" i="0" u="none" strike="noStrike" cap="none" normalizeH="0" baseline="0" dirty="0">
                  <a:ln>
                    <a:noFill/>
                  </a:ln>
                  <a:solidFill>
                    <a:schemeClr val="tx1"/>
                  </a:solidFill>
                  <a:effectLst/>
                  <a:latin typeface="Arial" charset="0"/>
                </a:rPr>
                <a:t>50</a:t>
              </a:r>
            </a:p>
          </p:txBody>
        </p:sp>
        <p:sp>
          <p:nvSpPr>
            <p:cNvPr id="7" name="Rectangle 6"/>
            <p:cNvSpPr/>
            <p:nvPr/>
          </p:nvSpPr>
          <p:spPr bwMode="auto">
            <a:xfrm>
              <a:off x="994464" y="3627438"/>
              <a:ext cx="684362" cy="381000"/>
            </a:xfrm>
            <a:prstGeom prst="rect">
              <a:avLst/>
            </a:prstGeom>
            <a:ln>
              <a:headEnd type="none" w="med" len="med"/>
              <a:tailEnd type="none" w="med" len="me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0" i="0" u="none" strike="noStrike" cap="none" normalizeH="0" baseline="0" dirty="0">
                  <a:ln>
                    <a:noFill/>
                  </a:ln>
                  <a:solidFill>
                    <a:schemeClr val="tx1"/>
                  </a:solidFill>
                  <a:effectLst/>
                  <a:latin typeface="Arial" charset="0"/>
                </a:rPr>
                <a:t>12</a:t>
              </a:r>
            </a:p>
          </p:txBody>
        </p:sp>
        <p:sp>
          <p:nvSpPr>
            <p:cNvPr id="8" name="Rectangle 7"/>
            <p:cNvSpPr/>
            <p:nvPr/>
          </p:nvSpPr>
          <p:spPr bwMode="auto">
            <a:xfrm>
              <a:off x="3127075" y="3645379"/>
              <a:ext cx="685800" cy="381000"/>
            </a:xfrm>
            <a:prstGeom prst="rect">
              <a:avLst/>
            </a:prstGeom>
            <a:ln>
              <a:headEnd type="none" w="med" len="med"/>
              <a:tailEnd type="none" w="med" len="me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0" i="0" u="none" strike="noStrike" cap="none" normalizeH="0" baseline="0" dirty="0">
                  <a:ln>
                    <a:noFill/>
                  </a:ln>
                  <a:solidFill>
                    <a:schemeClr val="tx1"/>
                  </a:solidFill>
                  <a:effectLst/>
                  <a:latin typeface="Arial" charset="0"/>
                </a:rPr>
                <a:t>38</a:t>
              </a:r>
            </a:p>
          </p:txBody>
        </p:sp>
        <p:sp>
          <p:nvSpPr>
            <p:cNvPr id="9" name="Rectangle 8"/>
            <p:cNvSpPr/>
            <p:nvPr/>
          </p:nvSpPr>
          <p:spPr bwMode="auto">
            <a:xfrm>
              <a:off x="2046796" y="2438400"/>
              <a:ext cx="685800" cy="381000"/>
            </a:xfrm>
            <a:prstGeom prst="rect">
              <a:avLst/>
            </a:prstGeom>
            <a:ln>
              <a:headEnd type="none" w="med" len="med"/>
              <a:tailEnd type="none" w="med" len="me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0" i="0" u="none" strike="noStrike" cap="none" normalizeH="0" baseline="0" dirty="0">
                  <a:ln>
                    <a:noFill/>
                  </a:ln>
                  <a:solidFill>
                    <a:schemeClr val="tx1"/>
                  </a:solidFill>
                  <a:effectLst/>
                  <a:latin typeface="Arial" charset="0"/>
                </a:rPr>
                <a:t>25</a:t>
              </a:r>
            </a:p>
          </p:txBody>
        </p:sp>
        <p:sp>
          <p:nvSpPr>
            <p:cNvPr id="10" name="Rectangle 9"/>
            <p:cNvSpPr/>
            <p:nvPr/>
          </p:nvSpPr>
          <p:spPr bwMode="auto">
            <a:xfrm>
              <a:off x="6330892" y="2438400"/>
              <a:ext cx="685800" cy="381000"/>
            </a:xfrm>
            <a:prstGeom prst="rect">
              <a:avLst/>
            </a:prstGeom>
            <a:ln>
              <a:headEnd type="none" w="med" len="med"/>
              <a:tailEnd type="none" w="med" len="me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0" i="0" u="none" strike="noStrike" cap="none" normalizeH="0" baseline="0" dirty="0">
                  <a:ln>
                    <a:noFill/>
                  </a:ln>
                  <a:solidFill>
                    <a:schemeClr val="tx1"/>
                  </a:solidFill>
                  <a:effectLst/>
                  <a:latin typeface="Arial" charset="0"/>
                </a:rPr>
                <a:t>75</a:t>
              </a:r>
            </a:p>
          </p:txBody>
        </p:sp>
        <p:sp>
          <p:nvSpPr>
            <p:cNvPr id="11" name="Rectangle 10"/>
            <p:cNvSpPr/>
            <p:nvPr/>
          </p:nvSpPr>
          <p:spPr bwMode="auto">
            <a:xfrm>
              <a:off x="1550239" y="5029200"/>
              <a:ext cx="685800" cy="386750"/>
            </a:xfrm>
            <a:prstGeom prst="rect">
              <a:avLst/>
            </a:prstGeom>
            <a:ln>
              <a:headEnd type="none" w="med" len="med"/>
              <a:tailEnd type="none" w="med" len="me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0" i="0" u="none" strike="noStrike" cap="none" normalizeH="0" baseline="0" dirty="0">
                  <a:ln>
                    <a:noFill/>
                  </a:ln>
                  <a:solidFill>
                    <a:schemeClr val="tx1"/>
                  </a:solidFill>
                  <a:effectLst/>
                  <a:latin typeface="Arial" charset="0"/>
                </a:rPr>
                <a:t>19</a:t>
              </a:r>
            </a:p>
          </p:txBody>
        </p:sp>
        <p:sp>
          <p:nvSpPr>
            <p:cNvPr id="12" name="Rectangle 11"/>
            <p:cNvSpPr/>
            <p:nvPr/>
          </p:nvSpPr>
          <p:spPr bwMode="auto">
            <a:xfrm>
              <a:off x="485955" y="5029200"/>
              <a:ext cx="685800" cy="386750"/>
            </a:xfrm>
            <a:prstGeom prst="rect">
              <a:avLst/>
            </a:prstGeom>
            <a:ln>
              <a:headEnd type="none" w="med" len="med"/>
              <a:tailEnd type="none" w="med" len="me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0" i="0" u="none" strike="noStrike" cap="none" normalizeH="0" baseline="0" dirty="0">
                  <a:ln>
                    <a:noFill/>
                  </a:ln>
                  <a:solidFill>
                    <a:schemeClr val="tx1"/>
                  </a:solidFill>
                  <a:effectLst/>
                  <a:latin typeface="Arial" charset="0"/>
                </a:rPr>
                <a:t>6</a:t>
              </a:r>
            </a:p>
          </p:txBody>
        </p:sp>
        <p:sp>
          <p:nvSpPr>
            <p:cNvPr id="13" name="Rectangle 12"/>
            <p:cNvSpPr/>
            <p:nvPr/>
          </p:nvSpPr>
          <p:spPr bwMode="auto">
            <a:xfrm>
              <a:off x="3683839" y="5029200"/>
              <a:ext cx="685800" cy="386750"/>
            </a:xfrm>
            <a:prstGeom prst="rect">
              <a:avLst/>
            </a:prstGeom>
            <a:ln>
              <a:headEnd type="none" w="med" len="med"/>
              <a:tailEnd type="none" w="med" len="me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0" i="0" u="none" strike="noStrike" cap="none" normalizeH="0" baseline="0" dirty="0">
                  <a:ln>
                    <a:noFill/>
                  </a:ln>
                  <a:solidFill>
                    <a:schemeClr val="tx1"/>
                  </a:solidFill>
                  <a:effectLst/>
                  <a:latin typeface="Arial" charset="0"/>
                </a:rPr>
                <a:t>44</a:t>
              </a:r>
            </a:p>
          </p:txBody>
        </p:sp>
        <p:sp>
          <p:nvSpPr>
            <p:cNvPr id="14" name="Rectangle 13"/>
            <p:cNvSpPr/>
            <p:nvPr/>
          </p:nvSpPr>
          <p:spPr bwMode="auto">
            <a:xfrm>
              <a:off x="2617039" y="5029200"/>
              <a:ext cx="685800" cy="386750"/>
            </a:xfrm>
            <a:prstGeom prst="rect">
              <a:avLst/>
            </a:prstGeom>
            <a:ln>
              <a:headEnd type="none" w="med" len="med"/>
              <a:tailEnd type="none" w="med" len="me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0" i="0" u="none" strike="noStrike" cap="none" normalizeH="0" baseline="0" dirty="0">
                  <a:ln>
                    <a:noFill/>
                  </a:ln>
                  <a:solidFill>
                    <a:schemeClr val="tx1"/>
                  </a:solidFill>
                  <a:effectLst/>
                  <a:latin typeface="Arial" charset="0"/>
                </a:rPr>
                <a:t>32</a:t>
              </a:r>
            </a:p>
          </p:txBody>
        </p:sp>
        <p:sp>
          <p:nvSpPr>
            <p:cNvPr id="15" name="Rectangle 14"/>
            <p:cNvSpPr/>
            <p:nvPr/>
          </p:nvSpPr>
          <p:spPr bwMode="auto">
            <a:xfrm>
              <a:off x="4750639" y="5029200"/>
              <a:ext cx="685800" cy="386750"/>
            </a:xfrm>
            <a:prstGeom prst="rect">
              <a:avLst/>
            </a:prstGeom>
            <a:ln>
              <a:headEnd type="none" w="med" len="med"/>
              <a:tailEnd type="none" w="med" len="me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0" i="0" u="none" strike="noStrike" cap="none" normalizeH="0" baseline="0" dirty="0">
                  <a:ln>
                    <a:noFill/>
                  </a:ln>
                  <a:solidFill>
                    <a:schemeClr val="tx1"/>
                  </a:solidFill>
                  <a:effectLst/>
                  <a:latin typeface="Arial" charset="0"/>
                </a:rPr>
                <a:t>56</a:t>
              </a:r>
            </a:p>
          </p:txBody>
        </p:sp>
        <p:sp>
          <p:nvSpPr>
            <p:cNvPr id="16" name="Rectangle 15"/>
            <p:cNvSpPr/>
            <p:nvPr/>
          </p:nvSpPr>
          <p:spPr bwMode="auto">
            <a:xfrm>
              <a:off x="5814564" y="5029200"/>
              <a:ext cx="685800" cy="386750"/>
            </a:xfrm>
            <a:prstGeom prst="rect">
              <a:avLst/>
            </a:prstGeom>
            <a:ln>
              <a:headEnd type="none" w="med" len="med"/>
              <a:tailEnd type="none" w="med" len="me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0" i="0" u="none" strike="noStrike" cap="none" normalizeH="0" baseline="0" dirty="0">
                  <a:ln>
                    <a:noFill/>
                  </a:ln>
                  <a:solidFill>
                    <a:schemeClr val="tx1"/>
                  </a:solidFill>
                  <a:effectLst/>
                  <a:latin typeface="Arial" charset="0"/>
                </a:rPr>
                <a:t>69</a:t>
              </a:r>
            </a:p>
          </p:txBody>
        </p:sp>
        <p:sp>
          <p:nvSpPr>
            <p:cNvPr id="17" name="Rectangle 16"/>
            <p:cNvSpPr/>
            <p:nvPr/>
          </p:nvSpPr>
          <p:spPr bwMode="auto">
            <a:xfrm>
              <a:off x="6878489" y="5029200"/>
              <a:ext cx="685800" cy="386750"/>
            </a:xfrm>
            <a:prstGeom prst="rect">
              <a:avLst/>
            </a:prstGeom>
            <a:ln>
              <a:headEnd type="none" w="med" len="med"/>
              <a:tailEnd type="none" w="med" len="me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dirty="0">
                  <a:solidFill>
                    <a:schemeClr val="tx1"/>
                  </a:solidFill>
                  <a:latin typeface="Arial" charset="0"/>
                </a:rPr>
                <a:t>82</a:t>
              </a:r>
              <a:endParaRPr kumimoji="0" lang="en-US" sz="1800" b="0" i="0" u="none" strike="noStrike" cap="none" normalizeH="0" baseline="0" dirty="0">
                <a:ln>
                  <a:noFill/>
                </a:ln>
                <a:solidFill>
                  <a:schemeClr val="tx1"/>
                </a:solidFill>
                <a:effectLst/>
                <a:latin typeface="Arial" charset="0"/>
              </a:endParaRPr>
            </a:p>
          </p:txBody>
        </p:sp>
        <p:sp>
          <p:nvSpPr>
            <p:cNvPr id="18" name="Rectangle 17"/>
            <p:cNvSpPr/>
            <p:nvPr/>
          </p:nvSpPr>
          <p:spPr bwMode="auto">
            <a:xfrm>
              <a:off x="7942414" y="5029200"/>
              <a:ext cx="685800" cy="386750"/>
            </a:xfrm>
            <a:prstGeom prst="rect">
              <a:avLst/>
            </a:prstGeom>
            <a:ln>
              <a:headEnd type="none" w="med" len="med"/>
              <a:tailEnd type="none" w="med" len="me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0" i="0" u="none" strike="noStrike" cap="none" normalizeH="0" baseline="0" dirty="0">
                  <a:ln>
                    <a:noFill/>
                  </a:ln>
                  <a:solidFill>
                    <a:schemeClr val="tx1"/>
                  </a:solidFill>
                  <a:effectLst/>
                  <a:latin typeface="Arial" charset="0"/>
                </a:rPr>
                <a:t>94</a:t>
              </a:r>
            </a:p>
          </p:txBody>
        </p:sp>
        <p:sp>
          <p:nvSpPr>
            <p:cNvPr id="19" name="Rectangle 18"/>
            <p:cNvSpPr/>
            <p:nvPr/>
          </p:nvSpPr>
          <p:spPr bwMode="auto">
            <a:xfrm>
              <a:off x="7388525" y="3645379"/>
              <a:ext cx="684362" cy="381000"/>
            </a:xfrm>
            <a:prstGeom prst="rect">
              <a:avLst/>
            </a:prstGeom>
            <a:ln>
              <a:headEnd type="none" w="med" len="med"/>
              <a:tailEnd type="none" w="med" len="me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0" i="0" u="none" strike="noStrike" cap="none" normalizeH="0" baseline="0" dirty="0">
                  <a:ln>
                    <a:noFill/>
                  </a:ln>
                  <a:solidFill>
                    <a:schemeClr val="tx1"/>
                  </a:solidFill>
                  <a:effectLst/>
                  <a:latin typeface="Arial" charset="0"/>
                </a:rPr>
                <a:t>88</a:t>
              </a:r>
            </a:p>
          </p:txBody>
        </p:sp>
        <p:sp>
          <p:nvSpPr>
            <p:cNvPr id="20" name="Rectangle 19"/>
            <p:cNvSpPr/>
            <p:nvPr/>
          </p:nvSpPr>
          <p:spPr bwMode="auto">
            <a:xfrm>
              <a:off x="5257800" y="3645379"/>
              <a:ext cx="685800" cy="381000"/>
            </a:xfrm>
            <a:prstGeom prst="rect">
              <a:avLst/>
            </a:prstGeom>
            <a:ln>
              <a:headEnd type="none" w="med" len="med"/>
              <a:tailEnd type="none" w="med" len="me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0" i="0" u="none" strike="noStrike" cap="none" normalizeH="0" baseline="0" dirty="0">
                  <a:ln>
                    <a:noFill/>
                  </a:ln>
                  <a:solidFill>
                    <a:schemeClr val="tx1"/>
                  </a:solidFill>
                  <a:effectLst/>
                  <a:latin typeface="Arial" charset="0"/>
                </a:rPr>
                <a:t>62</a:t>
              </a:r>
            </a:p>
          </p:txBody>
        </p:sp>
        <p:cxnSp>
          <p:nvCxnSpPr>
            <p:cNvPr id="21" name="Straight Arrow Connector 20"/>
            <p:cNvCxnSpPr>
              <a:stCxn id="6" idx="2"/>
              <a:endCxn id="9" idx="0"/>
            </p:cNvCxnSpPr>
            <p:nvPr/>
          </p:nvCxnSpPr>
          <p:spPr bwMode="auto">
            <a:xfrm flipH="1">
              <a:off x="2389696" y="1828800"/>
              <a:ext cx="2139353" cy="609600"/>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cxnSp>
          <p:nvCxnSpPr>
            <p:cNvPr id="22" name="Straight Arrow Connector 21"/>
            <p:cNvCxnSpPr>
              <a:stCxn id="9" idx="2"/>
              <a:endCxn id="8" idx="0"/>
            </p:cNvCxnSpPr>
            <p:nvPr/>
          </p:nvCxnSpPr>
          <p:spPr bwMode="auto">
            <a:xfrm>
              <a:off x="2389696" y="2819400"/>
              <a:ext cx="1080279" cy="825979"/>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cxnSp>
          <p:nvCxnSpPr>
            <p:cNvPr id="23" name="Straight Arrow Connector 22"/>
            <p:cNvCxnSpPr>
              <a:stCxn id="6" idx="2"/>
              <a:endCxn id="10" idx="0"/>
            </p:cNvCxnSpPr>
            <p:nvPr/>
          </p:nvCxnSpPr>
          <p:spPr bwMode="auto">
            <a:xfrm>
              <a:off x="4529049" y="1828800"/>
              <a:ext cx="2144743" cy="609600"/>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cxnSp>
          <p:nvCxnSpPr>
            <p:cNvPr id="24" name="Straight Arrow Connector 23"/>
            <p:cNvCxnSpPr>
              <a:stCxn id="8" idx="2"/>
              <a:endCxn id="13" idx="0"/>
            </p:cNvCxnSpPr>
            <p:nvPr/>
          </p:nvCxnSpPr>
          <p:spPr bwMode="auto">
            <a:xfrm>
              <a:off x="3469975" y="4026379"/>
              <a:ext cx="556764" cy="1002821"/>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cxnSp>
          <p:nvCxnSpPr>
            <p:cNvPr id="25" name="Straight Arrow Connector 24"/>
            <p:cNvCxnSpPr>
              <a:stCxn id="9" idx="2"/>
              <a:endCxn id="7" idx="0"/>
            </p:cNvCxnSpPr>
            <p:nvPr/>
          </p:nvCxnSpPr>
          <p:spPr bwMode="auto">
            <a:xfrm flipH="1">
              <a:off x="1336645" y="2819400"/>
              <a:ext cx="1053051" cy="808038"/>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cxnSp>
          <p:nvCxnSpPr>
            <p:cNvPr id="26" name="Straight Arrow Connector 25"/>
            <p:cNvCxnSpPr>
              <a:stCxn id="10" idx="2"/>
              <a:endCxn id="19" idx="0"/>
            </p:cNvCxnSpPr>
            <p:nvPr/>
          </p:nvCxnSpPr>
          <p:spPr bwMode="auto">
            <a:xfrm>
              <a:off x="6673792" y="2819400"/>
              <a:ext cx="1056914" cy="825979"/>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cxnSp>
          <p:nvCxnSpPr>
            <p:cNvPr id="27" name="Straight Arrow Connector 26"/>
            <p:cNvCxnSpPr>
              <a:stCxn id="8" idx="2"/>
              <a:endCxn id="14" idx="0"/>
            </p:cNvCxnSpPr>
            <p:nvPr/>
          </p:nvCxnSpPr>
          <p:spPr bwMode="auto">
            <a:xfrm flipH="1">
              <a:off x="2959939" y="4026379"/>
              <a:ext cx="510036" cy="1002821"/>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cxnSp>
          <p:nvCxnSpPr>
            <p:cNvPr id="28" name="Straight Arrow Connector 27"/>
            <p:cNvCxnSpPr>
              <a:stCxn id="10" idx="2"/>
              <a:endCxn id="20" idx="0"/>
            </p:cNvCxnSpPr>
            <p:nvPr/>
          </p:nvCxnSpPr>
          <p:spPr bwMode="auto">
            <a:xfrm flipH="1">
              <a:off x="5600700" y="2819400"/>
              <a:ext cx="1073092" cy="825979"/>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cxnSp>
          <p:nvCxnSpPr>
            <p:cNvPr id="29" name="Straight Arrow Connector 28"/>
            <p:cNvCxnSpPr>
              <a:stCxn id="7" idx="2"/>
              <a:endCxn id="11" idx="0"/>
            </p:cNvCxnSpPr>
            <p:nvPr/>
          </p:nvCxnSpPr>
          <p:spPr bwMode="auto">
            <a:xfrm>
              <a:off x="1336645" y="4008438"/>
              <a:ext cx="556494" cy="1020762"/>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cxnSp>
          <p:nvCxnSpPr>
            <p:cNvPr id="30" name="Straight Arrow Connector 29"/>
            <p:cNvCxnSpPr>
              <a:stCxn id="7" idx="2"/>
              <a:endCxn id="12" idx="0"/>
            </p:cNvCxnSpPr>
            <p:nvPr/>
          </p:nvCxnSpPr>
          <p:spPr bwMode="auto">
            <a:xfrm flipH="1">
              <a:off x="828855" y="4008438"/>
              <a:ext cx="507790" cy="1020762"/>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cxnSp>
          <p:nvCxnSpPr>
            <p:cNvPr id="31" name="Straight Arrow Connector 30"/>
            <p:cNvCxnSpPr>
              <a:stCxn id="20" idx="2"/>
              <a:endCxn id="16" idx="0"/>
            </p:cNvCxnSpPr>
            <p:nvPr/>
          </p:nvCxnSpPr>
          <p:spPr bwMode="auto">
            <a:xfrm>
              <a:off x="5600700" y="4026379"/>
              <a:ext cx="556764" cy="1002821"/>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cxnSp>
          <p:nvCxnSpPr>
            <p:cNvPr id="32" name="Straight Arrow Connector 31"/>
            <p:cNvCxnSpPr>
              <a:stCxn id="20" idx="2"/>
              <a:endCxn id="15" idx="0"/>
            </p:cNvCxnSpPr>
            <p:nvPr/>
          </p:nvCxnSpPr>
          <p:spPr bwMode="auto">
            <a:xfrm flipH="1">
              <a:off x="5093539" y="4026379"/>
              <a:ext cx="507161" cy="1002821"/>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cxnSp>
          <p:nvCxnSpPr>
            <p:cNvPr id="33" name="Straight Arrow Connector 32"/>
            <p:cNvCxnSpPr>
              <a:stCxn id="19" idx="2"/>
              <a:endCxn id="18" idx="0"/>
            </p:cNvCxnSpPr>
            <p:nvPr/>
          </p:nvCxnSpPr>
          <p:spPr bwMode="auto">
            <a:xfrm>
              <a:off x="7730706" y="4026379"/>
              <a:ext cx="554608" cy="1002821"/>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cxnSp>
          <p:nvCxnSpPr>
            <p:cNvPr id="34" name="Straight Arrow Connector 33"/>
            <p:cNvCxnSpPr>
              <a:stCxn id="19" idx="2"/>
              <a:endCxn id="17" idx="0"/>
            </p:cNvCxnSpPr>
            <p:nvPr/>
          </p:nvCxnSpPr>
          <p:spPr bwMode="auto">
            <a:xfrm flipH="1">
              <a:off x="7221389" y="4026379"/>
              <a:ext cx="509317" cy="1002821"/>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grpSp>
    </p:spTree>
    <p:extLst>
      <p:ext uri="{BB962C8B-B14F-4D97-AF65-F5344CB8AC3E}">
        <p14:creationId xmlns:p14="http://schemas.microsoft.com/office/powerpoint/2010/main" val="10087563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pPr eaLnBrk="1" hangingPunct="1"/>
            <a:r>
              <a:rPr lang="en-US"/>
              <a:t>Binary Search</a:t>
            </a:r>
          </a:p>
        </p:txBody>
      </p:sp>
      <p:sp>
        <p:nvSpPr>
          <p:cNvPr id="4" name="Rectangle 3"/>
          <p:cNvSpPr/>
          <p:nvPr/>
        </p:nvSpPr>
        <p:spPr bwMode="auto">
          <a:xfrm>
            <a:off x="4229100" y="1935412"/>
            <a:ext cx="685800" cy="381000"/>
          </a:xfrm>
          <a:prstGeom prst="rect">
            <a:avLst/>
          </a:prstGeom>
          <a:ln>
            <a:headEnd type="none" w="med" len="med"/>
            <a:tailEnd type="none" w="med" len="me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0" i="0" u="none" strike="noStrike" cap="none" normalizeH="0" baseline="0" dirty="0">
                <a:ln>
                  <a:noFill/>
                </a:ln>
                <a:solidFill>
                  <a:schemeClr val="tx1"/>
                </a:solidFill>
                <a:effectLst/>
                <a:latin typeface="Arial" charset="0"/>
              </a:rPr>
              <a:t>50</a:t>
            </a:r>
          </a:p>
        </p:txBody>
      </p:sp>
      <p:grpSp>
        <p:nvGrpSpPr>
          <p:cNvPr id="57" name="Group 56"/>
          <p:cNvGrpSpPr/>
          <p:nvPr/>
        </p:nvGrpSpPr>
        <p:grpSpPr>
          <a:xfrm>
            <a:off x="2529157" y="2392612"/>
            <a:ext cx="2042843" cy="657453"/>
            <a:chOff x="2529157" y="1882027"/>
            <a:chExt cx="2042843" cy="657453"/>
          </a:xfrm>
        </p:grpSpPr>
        <p:sp>
          <p:nvSpPr>
            <p:cNvPr id="11" name="Rectangle 10"/>
            <p:cNvSpPr/>
            <p:nvPr/>
          </p:nvSpPr>
          <p:spPr bwMode="auto">
            <a:xfrm>
              <a:off x="2529157" y="2158480"/>
              <a:ext cx="685800" cy="381000"/>
            </a:xfrm>
            <a:prstGeom prst="rect">
              <a:avLst/>
            </a:prstGeom>
            <a:ln>
              <a:headEnd type="none" w="med" len="med"/>
              <a:tailEnd type="none" w="med" len="me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0" i="0" u="none" strike="noStrike" cap="none" normalizeH="0" baseline="0" dirty="0">
                  <a:ln>
                    <a:noFill/>
                  </a:ln>
                  <a:solidFill>
                    <a:schemeClr val="tx1"/>
                  </a:solidFill>
                  <a:effectLst/>
                  <a:latin typeface="Arial" charset="0"/>
                </a:rPr>
                <a:t>25</a:t>
              </a:r>
            </a:p>
          </p:txBody>
        </p:sp>
        <p:cxnSp>
          <p:nvCxnSpPr>
            <p:cNvPr id="6" name="Straight Arrow Connector 5"/>
            <p:cNvCxnSpPr>
              <a:stCxn id="4" idx="2"/>
              <a:endCxn id="11" idx="3"/>
            </p:cNvCxnSpPr>
            <p:nvPr/>
          </p:nvCxnSpPr>
          <p:spPr bwMode="auto">
            <a:xfrm flipH="1">
              <a:off x="3214957" y="1882027"/>
              <a:ext cx="1357043" cy="466953"/>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grpSp>
      <p:grpSp>
        <p:nvGrpSpPr>
          <p:cNvPr id="58" name="Group 57"/>
          <p:cNvGrpSpPr/>
          <p:nvPr/>
        </p:nvGrpSpPr>
        <p:grpSpPr>
          <a:xfrm>
            <a:off x="983861" y="3126265"/>
            <a:ext cx="1888196" cy="663263"/>
            <a:chOff x="983861" y="2615680"/>
            <a:chExt cx="1888196" cy="663263"/>
          </a:xfrm>
        </p:grpSpPr>
        <p:sp>
          <p:nvSpPr>
            <p:cNvPr id="9" name="Rectangle 8"/>
            <p:cNvSpPr/>
            <p:nvPr/>
          </p:nvSpPr>
          <p:spPr bwMode="auto">
            <a:xfrm>
              <a:off x="983861" y="2897943"/>
              <a:ext cx="684362" cy="381000"/>
            </a:xfrm>
            <a:prstGeom prst="rect">
              <a:avLst/>
            </a:prstGeom>
            <a:ln>
              <a:headEnd type="none" w="med" len="med"/>
              <a:tailEnd type="none" w="med" len="me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0" i="0" u="none" strike="noStrike" cap="none" normalizeH="0" baseline="0" dirty="0">
                  <a:ln>
                    <a:noFill/>
                  </a:ln>
                  <a:solidFill>
                    <a:schemeClr val="tx1"/>
                  </a:solidFill>
                  <a:effectLst/>
                  <a:latin typeface="Arial" charset="0"/>
                </a:rPr>
                <a:t>12</a:t>
              </a:r>
            </a:p>
          </p:txBody>
        </p:sp>
        <p:cxnSp>
          <p:nvCxnSpPr>
            <p:cNvPr id="32" name="Straight Arrow Connector 31"/>
            <p:cNvCxnSpPr>
              <a:stCxn id="11" idx="2"/>
              <a:endCxn id="9" idx="3"/>
            </p:cNvCxnSpPr>
            <p:nvPr/>
          </p:nvCxnSpPr>
          <p:spPr bwMode="auto">
            <a:xfrm flipH="1">
              <a:off x="1668223" y="2615680"/>
              <a:ext cx="1203834" cy="472763"/>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grpSp>
      <p:grpSp>
        <p:nvGrpSpPr>
          <p:cNvPr id="63" name="Group 62"/>
          <p:cNvGrpSpPr/>
          <p:nvPr/>
        </p:nvGrpSpPr>
        <p:grpSpPr>
          <a:xfrm>
            <a:off x="1326042" y="3865728"/>
            <a:ext cx="1029374" cy="676986"/>
            <a:chOff x="1326042" y="3355143"/>
            <a:chExt cx="1029374" cy="676986"/>
          </a:xfrm>
        </p:grpSpPr>
        <p:sp>
          <p:nvSpPr>
            <p:cNvPr id="13" name="Rectangle 12"/>
            <p:cNvSpPr/>
            <p:nvPr/>
          </p:nvSpPr>
          <p:spPr bwMode="auto">
            <a:xfrm>
              <a:off x="1669616" y="3645379"/>
              <a:ext cx="685800" cy="386750"/>
            </a:xfrm>
            <a:prstGeom prst="rect">
              <a:avLst/>
            </a:prstGeom>
            <a:ln>
              <a:headEnd type="none" w="med" len="med"/>
              <a:tailEnd type="none" w="med" len="me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0" i="0" u="none" strike="noStrike" cap="none" normalizeH="0" baseline="0" dirty="0">
                  <a:ln>
                    <a:noFill/>
                  </a:ln>
                  <a:solidFill>
                    <a:schemeClr val="tx1"/>
                  </a:solidFill>
                  <a:effectLst/>
                  <a:latin typeface="Arial" charset="0"/>
                </a:rPr>
                <a:t>19</a:t>
              </a:r>
            </a:p>
          </p:txBody>
        </p:sp>
        <p:cxnSp>
          <p:nvCxnSpPr>
            <p:cNvPr id="48" name="Straight Arrow Connector 47"/>
            <p:cNvCxnSpPr>
              <a:stCxn id="9" idx="2"/>
              <a:endCxn id="13" idx="0"/>
            </p:cNvCxnSpPr>
            <p:nvPr/>
          </p:nvCxnSpPr>
          <p:spPr bwMode="auto">
            <a:xfrm>
              <a:off x="1326042" y="3355143"/>
              <a:ext cx="686474" cy="290236"/>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grpSp>
      <p:grpSp>
        <p:nvGrpSpPr>
          <p:cNvPr id="9216" name="Group 9215"/>
          <p:cNvGrpSpPr/>
          <p:nvPr/>
        </p:nvGrpSpPr>
        <p:grpSpPr>
          <a:xfrm>
            <a:off x="1325323" y="4618914"/>
            <a:ext cx="687193" cy="867486"/>
            <a:chOff x="1325323" y="4108329"/>
            <a:chExt cx="687193" cy="867486"/>
          </a:xfrm>
        </p:grpSpPr>
        <p:sp>
          <p:nvSpPr>
            <p:cNvPr id="14" name="Rectangle 13"/>
            <p:cNvSpPr/>
            <p:nvPr/>
          </p:nvSpPr>
          <p:spPr bwMode="auto">
            <a:xfrm>
              <a:off x="1325323" y="4589065"/>
              <a:ext cx="685800" cy="386750"/>
            </a:xfrm>
            <a:prstGeom prst="rect">
              <a:avLst/>
            </a:prstGeom>
            <a:ln>
              <a:headEnd type="none" w="med" len="med"/>
              <a:tailEnd type="none" w="med" len="me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0" i="0" u="none" strike="noStrike" cap="none" normalizeH="0" baseline="0" dirty="0">
                  <a:ln>
                    <a:noFill/>
                  </a:ln>
                  <a:solidFill>
                    <a:schemeClr val="tx1"/>
                  </a:solidFill>
                  <a:effectLst/>
                  <a:latin typeface="Arial" charset="0"/>
                </a:rPr>
                <a:t>15</a:t>
              </a:r>
            </a:p>
          </p:txBody>
        </p:sp>
        <p:cxnSp>
          <p:nvCxnSpPr>
            <p:cNvPr id="49" name="Straight Arrow Connector 48"/>
            <p:cNvCxnSpPr>
              <a:stCxn id="13" idx="2"/>
              <a:endCxn id="14" idx="0"/>
            </p:cNvCxnSpPr>
            <p:nvPr/>
          </p:nvCxnSpPr>
          <p:spPr bwMode="auto">
            <a:xfrm flipH="1">
              <a:off x="1668223" y="4108329"/>
              <a:ext cx="344293" cy="480736"/>
            </a:xfrm>
            <a:prstGeom prst="straightConnector1">
              <a:avLst/>
            </a:prstGeom>
            <a:solidFill>
              <a:schemeClr val="accent1"/>
            </a:solidFill>
            <a:ln w="9525" cap="flat" cmpd="sng" algn="ctr">
              <a:solidFill>
                <a:schemeClr val="tx1"/>
              </a:solidFill>
              <a:prstDash val="solid"/>
              <a:round/>
              <a:headEnd type="none" w="med" len="med"/>
              <a:tailEnd type="triangle"/>
            </a:ln>
            <a:effectLst/>
          </p:spPr>
        </p:cxnSp>
      </p:grpSp>
      <p:sp>
        <p:nvSpPr>
          <p:cNvPr id="67" name="Rectangle 66"/>
          <p:cNvSpPr/>
          <p:nvPr/>
        </p:nvSpPr>
        <p:spPr bwMode="auto">
          <a:xfrm>
            <a:off x="4229100" y="3789528"/>
            <a:ext cx="685800" cy="386750"/>
          </a:xfrm>
          <a:prstGeom prst="rect">
            <a:avLst/>
          </a:prstGeom>
          <a:ln>
            <a:headEnd type="none" w="med" len="med"/>
            <a:tailEnd type="none" w="med" len="me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1800" b="0" i="0" u="none" strike="noStrike" cap="none" normalizeH="0" baseline="0" dirty="0">
                <a:ln>
                  <a:noFill/>
                </a:ln>
                <a:solidFill>
                  <a:schemeClr val="tx1"/>
                </a:solidFill>
                <a:effectLst/>
                <a:latin typeface="Arial" charset="0"/>
              </a:rPr>
              <a:t>15</a:t>
            </a:r>
          </a:p>
        </p:txBody>
      </p:sp>
    </p:spTree>
    <p:extLst>
      <p:ext uri="{BB962C8B-B14F-4D97-AF65-F5344CB8AC3E}">
        <p14:creationId xmlns:p14="http://schemas.microsoft.com/office/powerpoint/2010/main" val="41427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grpId="0" nodeType="clickEffect">
                                  <p:stCondLst>
                                    <p:cond delay="0"/>
                                  </p:stCondLst>
                                  <p:childTnLst>
                                    <p:animEffect transition="out" filter="fade">
                                      <p:cBhvr>
                                        <p:cTn id="6" dur="500"/>
                                        <p:tgtEl>
                                          <p:spTgt spid="67"/>
                                        </p:tgtEl>
                                      </p:cBhvr>
                                    </p:animEffect>
                                    <p:set>
                                      <p:cBhvr>
                                        <p:cTn id="7" dur="1" fill="hold">
                                          <p:stCondLst>
                                            <p:cond delay="499"/>
                                          </p:stCondLst>
                                        </p:cTn>
                                        <p:tgtEl>
                                          <p:spTgt spid="67"/>
                                        </p:tgtEl>
                                        <p:attrNameLst>
                                          <p:attrName>style.visibility</p:attrName>
                                        </p:attrNameLst>
                                      </p:cBhvr>
                                      <p:to>
                                        <p:strVal val="hidden"/>
                                      </p:to>
                                    </p:se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57"/>
                                        </p:tgtEl>
                                        <p:attrNameLst>
                                          <p:attrName>style.visibility</p:attrName>
                                        </p:attrNameLst>
                                      </p:cBhvr>
                                      <p:to>
                                        <p:strVal val="visible"/>
                                      </p:to>
                                    </p:set>
                                    <p:animEffect transition="in" filter="fade">
                                      <p:cBhvr>
                                        <p:cTn id="16" dur="500"/>
                                        <p:tgtEl>
                                          <p:spTgt spid="5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58"/>
                                        </p:tgtEl>
                                        <p:attrNameLst>
                                          <p:attrName>style.visibility</p:attrName>
                                        </p:attrNameLst>
                                      </p:cBhvr>
                                      <p:to>
                                        <p:strVal val="visible"/>
                                      </p:to>
                                    </p:set>
                                    <p:animEffect transition="in" filter="fade">
                                      <p:cBhvr>
                                        <p:cTn id="21" dur="500"/>
                                        <p:tgtEl>
                                          <p:spTgt spid="58"/>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63"/>
                                        </p:tgtEl>
                                        <p:attrNameLst>
                                          <p:attrName>style.visibility</p:attrName>
                                        </p:attrNameLst>
                                      </p:cBhvr>
                                      <p:to>
                                        <p:strVal val="visible"/>
                                      </p:to>
                                    </p:set>
                                    <p:animEffect transition="in" filter="fade">
                                      <p:cBhvr>
                                        <p:cTn id="26" dur="500"/>
                                        <p:tgtEl>
                                          <p:spTgt spid="6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9216"/>
                                        </p:tgtEl>
                                        <p:attrNameLst>
                                          <p:attrName>style.visibility</p:attrName>
                                        </p:attrNameLst>
                                      </p:cBhvr>
                                      <p:to>
                                        <p:strVal val="visible"/>
                                      </p:to>
                                    </p:set>
                                    <p:animEffect transition="in" filter="fade">
                                      <p:cBhvr>
                                        <p:cTn id="31" dur="500"/>
                                        <p:tgtEl>
                                          <p:spTgt spid="9216"/>
                                        </p:tgtEl>
                                      </p:cBhvr>
                                    </p:animEffect>
                                  </p:childTnLst>
                                </p:cTn>
                              </p:par>
                            </p:childTnLst>
                          </p:cTn>
                        </p:par>
                        <p:par>
                          <p:cTn id="32" fill="hold">
                            <p:stCondLst>
                              <p:cond delay="500"/>
                            </p:stCondLst>
                            <p:childTnLst>
                              <p:par>
                                <p:cTn id="33" presetID="26" presetClass="emph" presetSubtype="0" fill="hold" nodeType="afterEffect">
                                  <p:stCondLst>
                                    <p:cond delay="0"/>
                                  </p:stCondLst>
                                  <p:childTnLst>
                                    <p:animEffect transition="out" filter="fade">
                                      <p:cBhvr>
                                        <p:cTn id="34" dur="500" tmFilter="0, 0; .2, .5; .8, .5; 1, 0"/>
                                        <p:tgtEl>
                                          <p:spTgt spid="9216"/>
                                        </p:tgtEl>
                                      </p:cBhvr>
                                    </p:animEffect>
                                    <p:animScale>
                                      <p:cBhvr>
                                        <p:cTn id="35" dur="250" autoRev="1" fill="hold"/>
                                        <p:tgtEl>
                                          <p:spTgt spid="9216"/>
                                        </p:tgtEl>
                                      </p:cBhvr>
                                      <p:by x="105000" y="105000"/>
                                    </p:animScale>
                                  </p:childTnLst>
                                </p:cTn>
                              </p:par>
                            </p:childTnLst>
                          </p:cTn>
                        </p:par>
                        <p:par>
                          <p:cTn id="36" fill="hold">
                            <p:stCondLst>
                              <p:cond delay="1000"/>
                            </p:stCondLst>
                            <p:childTnLst>
                              <p:par>
                                <p:cTn id="37" presetID="26" presetClass="emph" presetSubtype="0" fill="hold" nodeType="afterEffect">
                                  <p:stCondLst>
                                    <p:cond delay="0"/>
                                  </p:stCondLst>
                                  <p:childTnLst>
                                    <p:animEffect transition="out" filter="fade">
                                      <p:cBhvr>
                                        <p:cTn id="38" dur="500" tmFilter="0, 0; .2, .5; .8, .5; 1, 0"/>
                                        <p:tgtEl>
                                          <p:spTgt spid="9216"/>
                                        </p:tgtEl>
                                      </p:cBhvr>
                                    </p:animEffect>
                                    <p:animScale>
                                      <p:cBhvr>
                                        <p:cTn id="39" dur="250" autoRev="1" fill="hold"/>
                                        <p:tgtEl>
                                          <p:spTgt spid="9216"/>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7"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p:txBody>
          <a:bodyPr/>
          <a:lstStyle/>
          <a:p>
            <a:pPr eaLnBrk="1" hangingPunct="1"/>
            <a:r>
              <a:rPr lang="en-US"/>
              <a:t>Binary Search</a:t>
            </a:r>
          </a:p>
        </p:txBody>
      </p:sp>
      <p:sp>
        <p:nvSpPr>
          <p:cNvPr id="11267" name="Rectangle 3"/>
          <p:cNvSpPr>
            <a:spLocks noGrp="1" noChangeArrowheads="1"/>
          </p:cNvSpPr>
          <p:nvPr>
            <p:ph type="body" idx="1"/>
          </p:nvPr>
        </p:nvSpPr>
        <p:spPr/>
        <p:txBody>
          <a:bodyPr/>
          <a:lstStyle/>
          <a:p>
            <a:pPr eaLnBrk="1" hangingPunct="1"/>
            <a:r>
              <a:rPr lang="en-US"/>
              <a:t>Possible only over sorted array</a:t>
            </a:r>
          </a:p>
          <a:p>
            <a:pPr eaLnBrk="1" hangingPunct="1"/>
            <a:r>
              <a:rPr lang="en-US"/>
              <a:t>Worst-case performance – O(log</a:t>
            </a:r>
            <a:r>
              <a:rPr lang="en-US" baseline="-25000"/>
              <a:t>2</a:t>
            </a:r>
            <a:r>
              <a:rPr lang="en-US"/>
              <a:t>n)</a:t>
            </a:r>
          </a:p>
          <a:p>
            <a:pPr eaLnBrk="1" hangingPunct="1"/>
            <a:endParaRPr lang="en-US"/>
          </a:p>
        </p:txBody>
      </p:sp>
    </p:spTree>
    <p:extLst>
      <p:ext uri="{BB962C8B-B14F-4D97-AF65-F5344CB8AC3E}">
        <p14:creationId xmlns:p14="http://schemas.microsoft.com/office/powerpoint/2010/main" val="389867499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pPr eaLnBrk="1" hangingPunct="1"/>
            <a:r>
              <a:rPr lang="en-US" dirty="0"/>
              <a:t>Binary Search</a:t>
            </a:r>
          </a:p>
        </p:txBody>
      </p:sp>
      <p:sp>
        <p:nvSpPr>
          <p:cNvPr id="9219" name="Rectangle 4"/>
          <p:cNvSpPr>
            <a:spLocks noChangeArrowheads="1"/>
          </p:cNvSpPr>
          <p:nvPr/>
        </p:nvSpPr>
        <p:spPr bwMode="auto">
          <a:xfrm>
            <a:off x="152400" y="1600200"/>
            <a:ext cx="8686800" cy="50660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Arial" panose="020B0604020202020204" pitchFamily="34" charset="0"/>
              </a:defRPr>
            </a:lvl1pPr>
            <a:lvl2pPr>
              <a:spcBef>
                <a:spcPct val="20000"/>
              </a:spcBef>
              <a:buChar char="–"/>
              <a:defRPr sz="2800">
                <a:solidFill>
                  <a:schemeClr val="tx1"/>
                </a:solidFill>
                <a:latin typeface="Arial" panose="020B0604020202020204" pitchFamily="34" charset="0"/>
              </a:defRPr>
            </a:lvl2pPr>
            <a:lvl3pPr>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buNone/>
            </a:pPr>
            <a:r>
              <a:rPr lang="en-GB" sz="1600" dirty="0">
                <a:solidFill>
                  <a:srgbClr val="0000FF"/>
                </a:solidFill>
                <a:latin typeface="Consolas" panose="020B0609020204030204" pitchFamily="49" charset="0"/>
              </a:rPr>
              <a:t>private</a:t>
            </a:r>
            <a:r>
              <a:rPr lang="en-GB" sz="1600" dirty="0">
                <a:solidFill>
                  <a:srgbClr val="000000"/>
                </a:solidFill>
                <a:latin typeface="Consolas" panose="020B0609020204030204" pitchFamily="49" charset="0"/>
              </a:rPr>
              <a:t> </a:t>
            </a:r>
            <a:r>
              <a:rPr lang="en-GB" sz="1600" dirty="0" err="1">
                <a:solidFill>
                  <a:srgbClr val="0000FF"/>
                </a:solidFill>
                <a:latin typeface="Consolas" panose="020B0609020204030204" pitchFamily="49" charset="0"/>
              </a:rPr>
              <a:t>int</a:t>
            </a:r>
            <a:r>
              <a:rPr lang="en-GB" sz="1600" dirty="0">
                <a:solidFill>
                  <a:srgbClr val="000000"/>
                </a:solidFill>
                <a:latin typeface="Consolas" panose="020B0609020204030204" pitchFamily="49" charset="0"/>
              </a:rPr>
              <a:t> </a:t>
            </a:r>
            <a:r>
              <a:rPr lang="en-GB" sz="1600" dirty="0" err="1">
                <a:solidFill>
                  <a:srgbClr val="000000"/>
                </a:solidFill>
                <a:latin typeface="Consolas" panose="020B0609020204030204" pitchFamily="49" charset="0"/>
              </a:rPr>
              <a:t>BinSearch</a:t>
            </a:r>
            <a:r>
              <a:rPr lang="en-GB" sz="1600" dirty="0">
                <a:solidFill>
                  <a:srgbClr val="000000"/>
                </a:solidFill>
                <a:latin typeface="Consolas" panose="020B0609020204030204" pitchFamily="49" charset="0"/>
              </a:rPr>
              <a:t>(</a:t>
            </a:r>
            <a:r>
              <a:rPr lang="en-GB" sz="1600" dirty="0" err="1">
                <a:solidFill>
                  <a:srgbClr val="0000FF"/>
                </a:solidFill>
                <a:latin typeface="Consolas" panose="020B0609020204030204" pitchFamily="49" charset="0"/>
              </a:rPr>
              <a:t>int</a:t>
            </a:r>
            <a:r>
              <a:rPr lang="en-GB" sz="1600" dirty="0">
                <a:solidFill>
                  <a:srgbClr val="000000"/>
                </a:solidFill>
                <a:latin typeface="Consolas" panose="020B0609020204030204" pitchFamily="49" charset="0"/>
              </a:rPr>
              <a:t>[] </a:t>
            </a:r>
            <a:r>
              <a:rPr lang="en-GB" sz="1600" dirty="0" err="1">
                <a:solidFill>
                  <a:srgbClr val="000000"/>
                </a:solidFill>
                <a:latin typeface="Consolas" panose="020B0609020204030204" pitchFamily="49" charset="0"/>
              </a:rPr>
              <a:t>arr</a:t>
            </a:r>
            <a:r>
              <a:rPr lang="en-GB" sz="1600" dirty="0">
                <a:solidFill>
                  <a:srgbClr val="000000"/>
                </a:solidFill>
                <a:latin typeface="Consolas" panose="020B0609020204030204" pitchFamily="49" charset="0"/>
              </a:rPr>
              <a:t>, </a:t>
            </a:r>
            <a:r>
              <a:rPr lang="en-GB" sz="1600" dirty="0" err="1">
                <a:solidFill>
                  <a:srgbClr val="0000FF"/>
                </a:solidFill>
                <a:latin typeface="Consolas" panose="020B0609020204030204" pitchFamily="49" charset="0"/>
              </a:rPr>
              <a:t>int</a:t>
            </a:r>
            <a:r>
              <a:rPr lang="en-GB" sz="1600" dirty="0">
                <a:solidFill>
                  <a:srgbClr val="000000"/>
                </a:solidFill>
                <a:latin typeface="Consolas" panose="020B0609020204030204" pitchFamily="49" charset="0"/>
              </a:rPr>
              <a:t> value)</a:t>
            </a:r>
          </a:p>
          <a:p>
            <a:pPr>
              <a:buNone/>
            </a:pPr>
            <a:r>
              <a:rPr lang="en-GB" sz="1600" dirty="0">
                <a:solidFill>
                  <a:srgbClr val="000000"/>
                </a:solidFill>
                <a:latin typeface="Consolas" panose="020B0609020204030204" pitchFamily="49" charset="0"/>
              </a:rPr>
              <a:t>{</a:t>
            </a:r>
          </a:p>
          <a:p>
            <a:pPr>
              <a:buNone/>
            </a:pPr>
            <a:r>
              <a:rPr lang="en-GB" sz="1600" dirty="0">
                <a:solidFill>
                  <a:srgbClr val="0000FF"/>
                </a:solidFill>
                <a:latin typeface="Consolas" panose="020B0609020204030204" pitchFamily="49" charset="0"/>
              </a:rPr>
              <a:t>	var</a:t>
            </a:r>
            <a:r>
              <a:rPr lang="en-GB" sz="1600" dirty="0">
                <a:solidFill>
                  <a:srgbClr val="000000"/>
                </a:solidFill>
                <a:latin typeface="Consolas" panose="020B0609020204030204" pitchFamily="49" charset="0"/>
              </a:rPr>
              <a:t> </a:t>
            </a:r>
            <a:r>
              <a:rPr lang="en-GB" sz="1600" dirty="0" err="1">
                <a:solidFill>
                  <a:srgbClr val="000000"/>
                </a:solidFill>
                <a:latin typeface="Consolas" panose="020B0609020204030204" pitchFamily="49" charset="0"/>
              </a:rPr>
              <a:t>upperBound</a:t>
            </a:r>
            <a:r>
              <a:rPr lang="en-GB" sz="1600" dirty="0">
                <a:solidFill>
                  <a:srgbClr val="000000"/>
                </a:solidFill>
                <a:latin typeface="Consolas" panose="020B0609020204030204" pitchFamily="49" charset="0"/>
              </a:rPr>
              <a:t> = </a:t>
            </a:r>
            <a:r>
              <a:rPr lang="en-GB" sz="1600" dirty="0" err="1">
                <a:solidFill>
                  <a:srgbClr val="000000"/>
                </a:solidFill>
                <a:latin typeface="Consolas" panose="020B0609020204030204" pitchFamily="49" charset="0"/>
              </a:rPr>
              <a:t>arr.Length</a:t>
            </a:r>
            <a:r>
              <a:rPr lang="en-GB" sz="1600" dirty="0">
                <a:solidFill>
                  <a:srgbClr val="000000"/>
                </a:solidFill>
                <a:latin typeface="Consolas" panose="020B0609020204030204" pitchFamily="49" charset="0"/>
              </a:rPr>
              <a:t> - 1;</a:t>
            </a:r>
          </a:p>
          <a:p>
            <a:pPr>
              <a:buNone/>
            </a:pPr>
            <a:r>
              <a:rPr lang="en-GB" sz="1600" dirty="0">
                <a:solidFill>
                  <a:srgbClr val="0000FF"/>
                </a:solidFill>
                <a:latin typeface="Consolas" panose="020B0609020204030204" pitchFamily="49" charset="0"/>
              </a:rPr>
              <a:t>	var</a:t>
            </a:r>
            <a:r>
              <a:rPr lang="en-GB" sz="1600" dirty="0">
                <a:solidFill>
                  <a:srgbClr val="000000"/>
                </a:solidFill>
                <a:latin typeface="Consolas" panose="020B0609020204030204" pitchFamily="49" charset="0"/>
              </a:rPr>
              <a:t> </a:t>
            </a:r>
            <a:r>
              <a:rPr lang="en-GB" sz="1600" dirty="0" err="1">
                <a:solidFill>
                  <a:srgbClr val="000000"/>
                </a:solidFill>
                <a:latin typeface="Consolas" panose="020B0609020204030204" pitchFamily="49" charset="0"/>
              </a:rPr>
              <a:t>lowerBound</a:t>
            </a:r>
            <a:r>
              <a:rPr lang="en-GB" sz="1600" dirty="0">
                <a:solidFill>
                  <a:srgbClr val="000000"/>
                </a:solidFill>
                <a:latin typeface="Consolas" panose="020B0609020204030204" pitchFamily="49" charset="0"/>
              </a:rPr>
              <a:t> = 0;</a:t>
            </a:r>
          </a:p>
          <a:p>
            <a:pPr>
              <a:buNone/>
            </a:pPr>
            <a:r>
              <a:rPr lang="en-GB" sz="1600" dirty="0">
                <a:solidFill>
                  <a:srgbClr val="0000FF"/>
                </a:solidFill>
                <a:latin typeface="Consolas" panose="020B0609020204030204" pitchFamily="49" charset="0"/>
              </a:rPr>
              <a:t>	while</a:t>
            </a:r>
            <a:r>
              <a:rPr lang="en-GB" sz="1600" dirty="0">
                <a:solidFill>
                  <a:srgbClr val="000000"/>
                </a:solidFill>
                <a:latin typeface="Consolas" panose="020B0609020204030204" pitchFamily="49" charset="0"/>
              </a:rPr>
              <a:t> (</a:t>
            </a:r>
            <a:r>
              <a:rPr lang="en-GB" sz="1600" dirty="0" err="1">
                <a:solidFill>
                  <a:srgbClr val="000000"/>
                </a:solidFill>
                <a:latin typeface="Consolas" panose="020B0609020204030204" pitchFamily="49" charset="0"/>
              </a:rPr>
              <a:t>lowerBound</a:t>
            </a:r>
            <a:r>
              <a:rPr lang="en-GB" sz="1600" dirty="0">
                <a:solidFill>
                  <a:srgbClr val="000000"/>
                </a:solidFill>
                <a:latin typeface="Consolas" panose="020B0609020204030204" pitchFamily="49" charset="0"/>
              </a:rPr>
              <a:t> &lt;= </a:t>
            </a:r>
            <a:r>
              <a:rPr lang="en-GB" sz="1600" dirty="0" err="1">
                <a:solidFill>
                  <a:srgbClr val="000000"/>
                </a:solidFill>
                <a:latin typeface="Consolas" panose="020B0609020204030204" pitchFamily="49" charset="0"/>
              </a:rPr>
              <a:t>upperBound</a:t>
            </a:r>
            <a:r>
              <a:rPr lang="en-GB" sz="1600" dirty="0">
                <a:solidFill>
                  <a:srgbClr val="000000"/>
                </a:solidFill>
                <a:latin typeface="Consolas" panose="020B0609020204030204" pitchFamily="49" charset="0"/>
              </a:rPr>
              <a:t>)</a:t>
            </a:r>
          </a:p>
          <a:p>
            <a:pPr>
              <a:buNone/>
            </a:pPr>
            <a:r>
              <a:rPr lang="en-GB" sz="1600" dirty="0">
                <a:solidFill>
                  <a:srgbClr val="000000"/>
                </a:solidFill>
                <a:latin typeface="Consolas" panose="020B0609020204030204" pitchFamily="49" charset="0"/>
              </a:rPr>
              <a:t>	{</a:t>
            </a:r>
          </a:p>
          <a:p>
            <a:pPr>
              <a:buNone/>
            </a:pPr>
            <a:r>
              <a:rPr lang="en-GB" sz="1600" dirty="0">
                <a:solidFill>
                  <a:srgbClr val="0000FF"/>
                </a:solidFill>
                <a:latin typeface="Consolas" panose="020B0609020204030204" pitchFamily="49" charset="0"/>
              </a:rPr>
              <a:t>		var</a:t>
            </a:r>
            <a:r>
              <a:rPr lang="en-GB" sz="1600" dirty="0">
                <a:solidFill>
                  <a:srgbClr val="000000"/>
                </a:solidFill>
                <a:latin typeface="Consolas" panose="020B0609020204030204" pitchFamily="49" charset="0"/>
              </a:rPr>
              <a:t> mid = (</a:t>
            </a:r>
            <a:r>
              <a:rPr lang="en-GB" sz="1600" dirty="0" err="1">
                <a:solidFill>
                  <a:srgbClr val="000000"/>
                </a:solidFill>
                <a:latin typeface="Consolas" panose="020B0609020204030204" pitchFamily="49" charset="0"/>
              </a:rPr>
              <a:t>upperBound</a:t>
            </a:r>
            <a:r>
              <a:rPr lang="en-GB" sz="1600" dirty="0">
                <a:solidFill>
                  <a:srgbClr val="000000"/>
                </a:solidFill>
                <a:latin typeface="Consolas" panose="020B0609020204030204" pitchFamily="49" charset="0"/>
              </a:rPr>
              <a:t> + </a:t>
            </a:r>
            <a:r>
              <a:rPr lang="en-GB" sz="1600" dirty="0" err="1">
                <a:solidFill>
                  <a:srgbClr val="000000"/>
                </a:solidFill>
                <a:latin typeface="Consolas" panose="020B0609020204030204" pitchFamily="49" charset="0"/>
              </a:rPr>
              <a:t>lowerBound</a:t>
            </a:r>
            <a:r>
              <a:rPr lang="en-GB" sz="1600" dirty="0">
                <a:solidFill>
                  <a:srgbClr val="000000"/>
                </a:solidFill>
                <a:latin typeface="Consolas" panose="020B0609020204030204" pitchFamily="49" charset="0"/>
              </a:rPr>
              <a:t>) / 2;</a:t>
            </a:r>
          </a:p>
          <a:p>
            <a:pPr>
              <a:buNone/>
            </a:pPr>
            <a:r>
              <a:rPr lang="en-GB" sz="1600" dirty="0">
                <a:solidFill>
                  <a:srgbClr val="0000FF"/>
                </a:solidFill>
                <a:latin typeface="Consolas" panose="020B0609020204030204" pitchFamily="49" charset="0"/>
              </a:rPr>
              <a:t>		if</a:t>
            </a:r>
            <a:r>
              <a:rPr lang="en-GB" sz="1600" dirty="0">
                <a:solidFill>
                  <a:srgbClr val="000000"/>
                </a:solidFill>
                <a:latin typeface="Consolas" panose="020B0609020204030204" pitchFamily="49" charset="0"/>
              </a:rPr>
              <a:t> (</a:t>
            </a:r>
            <a:r>
              <a:rPr lang="en-GB" sz="1600" dirty="0" err="1">
                <a:solidFill>
                  <a:srgbClr val="000000"/>
                </a:solidFill>
                <a:latin typeface="Consolas" panose="020B0609020204030204" pitchFamily="49" charset="0"/>
              </a:rPr>
              <a:t>arr</a:t>
            </a:r>
            <a:r>
              <a:rPr lang="en-GB" sz="1600" dirty="0">
                <a:solidFill>
                  <a:srgbClr val="000000"/>
                </a:solidFill>
                <a:latin typeface="Consolas" panose="020B0609020204030204" pitchFamily="49" charset="0"/>
              </a:rPr>
              <a:t>[mid] == value)</a:t>
            </a:r>
          </a:p>
          <a:p>
            <a:pPr>
              <a:buNone/>
            </a:pPr>
            <a:r>
              <a:rPr lang="en-GB" sz="1600" dirty="0">
                <a:solidFill>
                  <a:srgbClr val="0000FF"/>
                </a:solidFill>
                <a:latin typeface="Consolas" panose="020B0609020204030204" pitchFamily="49" charset="0"/>
              </a:rPr>
              <a:t>			return</a:t>
            </a:r>
            <a:r>
              <a:rPr lang="en-GB" sz="1600" dirty="0">
                <a:solidFill>
                  <a:srgbClr val="000000"/>
                </a:solidFill>
                <a:latin typeface="Consolas" panose="020B0609020204030204" pitchFamily="49" charset="0"/>
              </a:rPr>
              <a:t> mid;</a:t>
            </a:r>
          </a:p>
          <a:p>
            <a:pPr>
              <a:buNone/>
            </a:pPr>
            <a:r>
              <a:rPr lang="en-GB" sz="1600" dirty="0">
                <a:solidFill>
                  <a:srgbClr val="0000FF"/>
                </a:solidFill>
                <a:latin typeface="Consolas" panose="020B0609020204030204" pitchFamily="49" charset="0"/>
              </a:rPr>
              <a:t>		else</a:t>
            </a:r>
            <a:r>
              <a:rPr lang="en-GB" sz="1600" dirty="0">
                <a:solidFill>
                  <a:srgbClr val="000000"/>
                </a:solidFill>
                <a:latin typeface="Consolas" panose="020B0609020204030204" pitchFamily="49" charset="0"/>
              </a:rPr>
              <a:t> </a:t>
            </a:r>
            <a:r>
              <a:rPr lang="en-GB" sz="1600" dirty="0">
                <a:solidFill>
                  <a:srgbClr val="0000FF"/>
                </a:solidFill>
                <a:latin typeface="Consolas" panose="020B0609020204030204" pitchFamily="49" charset="0"/>
              </a:rPr>
              <a:t>if</a:t>
            </a:r>
            <a:r>
              <a:rPr lang="en-GB" sz="1600" dirty="0">
                <a:solidFill>
                  <a:srgbClr val="000000"/>
                </a:solidFill>
                <a:latin typeface="Consolas" panose="020B0609020204030204" pitchFamily="49" charset="0"/>
              </a:rPr>
              <a:t> (value &lt; </a:t>
            </a:r>
            <a:r>
              <a:rPr lang="en-GB" sz="1600" dirty="0" err="1">
                <a:solidFill>
                  <a:srgbClr val="000000"/>
                </a:solidFill>
                <a:latin typeface="Consolas" panose="020B0609020204030204" pitchFamily="49" charset="0"/>
              </a:rPr>
              <a:t>arr</a:t>
            </a:r>
            <a:r>
              <a:rPr lang="en-GB" sz="1600" dirty="0">
                <a:solidFill>
                  <a:srgbClr val="000000"/>
                </a:solidFill>
                <a:latin typeface="Consolas" panose="020B0609020204030204" pitchFamily="49" charset="0"/>
              </a:rPr>
              <a:t>[mid])</a:t>
            </a:r>
          </a:p>
          <a:p>
            <a:pPr>
              <a:buNone/>
            </a:pPr>
            <a:r>
              <a:rPr lang="en-GB" sz="1600" dirty="0">
                <a:solidFill>
                  <a:srgbClr val="000000"/>
                </a:solidFill>
                <a:latin typeface="Consolas" panose="020B0609020204030204" pitchFamily="49" charset="0"/>
              </a:rPr>
              <a:t>			</a:t>
            </a:r>
            <a:r>
              <a:rPr lang="en-GB" sz="1600" dirty="0" err="1">
                <a:solidFill>
                  <a:srgbClr val="000000"/>
                </a:solidFill>
                <a:latin typeface="Consolas" panose="020B0609020204030204" pitchFamily="49" charset="0"/>
              </a:rPr>
              <a:t>upperBound</a:t>
            </a:r>
            <a:r>
              <a:rPr lang="en-GB" sz="1600" dirty="0">
                <a:solidFill>
                  <a:srgbClr val="000000"/>
                </a:solidFill>
                <a:latin typeface="Consolas" panose="020B0609020204030204" pitchFamily="49" charset="0"/>
              </a:rPr>
              <a:t> = mid - 1;</a:t>
            </a:r>
          </a:p>
          <a:p>
            <a:pPr>
              <a:buNone/>
            </a:pPr>
            <a:r>
              <a:rPr lang="en-GB" sz="1600" dirty="0">
                <a:solidFill>
                  <a:srgbClr val="0000FF"/>
                </a:solidFill>
                <a:latin typeface="Consolas" panose="020B0609020204030204" pitchFamily="49" charset="0"/>
              </a:rPr>
              <a:t>		else</a:t>
            </a:r>
            <a:endParaRPr lang="en-GB" sz="1600" dirty="0">
              <a:solidFill>
                <a:srgbClr val="000000"/>
              </a:solidFill>
              <a:latin typeface="Consolas" panose="020B0609020204030204" pitchFamily="49" charset="0"/>
            </a:endParaRPr>
          </a:p>
          <a:p>
            <a:pPr>
              <a:buNone/>
            </a:pPr>
            <a:r>
              <a:rPr lang="en-GB" sz="1600" dirty="0">
                <a:solidFill>
                  <a:srgbClr val="000000"/>
                </a:solidFill>
                <a:latin typeface="Consolas" panose="020B0609020204030204" pitchFamily="49" charset="0"/>
              </a:rPr>
              <a:t>			</a:t>
            </a:r>
            <a:r>
              <a:rPr lang="en-GB" sz="1600" dirty="0" err="1">
                <a:solidFill>
                  <a:srgbClr val="000000"/>
                </a:solidFill>
                <a:latin typeface="Consolas" panose="020B0609020204030204" pitchFamily="49" charset="0"/>
              </a:rPr>
              <a:t>lowerBound</a:t>
            </a:r>
            <a:r>
              <a:rPr lang="en-GB" sz="1600" dirty="0">
                <a:solidFill>
                  <a:srgbClr val="000000"/>
                </a:solidFill>
                <a:latin typeface="Consolas" panose="020B0609020204030204" pitchFamily="49" charset="0"/>
              </a:rPr>
              <a:t> = mid + 1;</a:t>
            </a:r>
          </a:p>
          <a:p>
            <a:pPr>
              <a:buNone/>
            </a:pPr>
            <a:r>
              <a:rPr lang="en-GB" sz="1600" dirty="0">
                <a:solidFill>
                  <a:srgbClr val="000000"/>
                </a:solidFill>
                <a:latin typeface="Consolas" panose="020B0609020204030204" pitchFamily="49" charset="0"/>
              </a:rPr>
              <a:t>	}</a:t>
            </a:r>
          </a:p>
          <a:p>
            <a:pPr>
              <a:buNone/>
            </a:pPr>
            <a:endParaRPr lang="en-GB" sz="1600" dirty="0">
              <a:solidFill>
                <a:srgbClr val="000000"/>
              </a:solidFill>
              <a:latin typeface="Consolas" panose="020B0609020204030204" pitchFamily="49" charset="0"/>
            </a:endParaRPr>
          </a:p>
          <a:p>
            <a:pPr>
              <a:buNone/>
            </a:pPr>
            <a:r>
              <a:rPr lang="en-GB" sz="1600" dirty="0">
                <a:solidFill>
                  <a:srgbClr val="0000FF"/>
                </a:solidFill>
                <a:latin typeface="Consolas" panose="020B0609020204030204" pitchFamily="49" charset="0"/>
              </a:rPr>
              <a:t>	return</a:t>
            </a:r>
            <a:r>
              <a:rPr lang="en-GB" sz="1600" dirty="0">
                <a:solidFill>
                  <a:srgbClr val="000000"/>
                </a:solidFill>
                <a:latin typeface="Consolas" panose="020B0609020204030204" pitchFamily="49" charset="0"/>
              </a:rPr>
              <a:t> -1;</a:t>
            </a:r>
          </a:p>
          <a:p>
            <a:pPr>
              <a:buNone/>
            </a:pPr>
            <a:r>
              <a:rPr lang="en-GB" sz="1600" dirty="0">
                <a:solidFill>
                  <a:srgbClr val="000000"/>
                </a:solidFill>
                <a:latin typeface="Consolas" panose="020B0609020204030204" pitchFamily="49" charset="0"/>
              </a:rPr>
              <a:t>}</a:t>
            </a:r>
            <a:endParaRPr lang="en-US" sz="1600" dirty="0"/>
          </a:p>
        </p:txBody>
      </p:sp>
    </p:spTree>
    <p:extLst>
      <p:ext uri="{BB962C8B-B14F-4D97-AF65-F5344CB8AC3E}">
        <p14:creationId xmlns:p14="http://schemas.microsoft.com/office/powerpoint/2010/main" val="6111309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p:txBody>
          <a:bodyPr/>
          <a:lstStyle/>
          <a:p>
            <a:pPr eaLnBrk="1" hangingPunct="1"/>
            <a:r>
              <a:rPr lang="en-US"/>
              <a:t>Recursive Binary Search</a:t>
            </a:r>
          </a:p>
        </p:txBody>
      </p:sp>
      <p:sp>
        <p:nvSpPr>
          <p:cNvPr id="10243" name="Rectangle 4"/>
          <p:cNvSpPr>
            <a:spLocks noChangeArrowheads="1"/>
          </p:cNvSpPr>
          <p:nvPr/>
        </p:nvSpPr>
        <p:spPr bwMode="auto">
          <a:xfrm>
            <a:off x="304800" y="1600200"/>
            <a:ext cx="8686800" cy="43581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panose="020B0604020202020204" pitchFamily="34" charset="0"/>
              </a:defRPr>
            </a:lvl1pPr>
            <a:lvl2pPr>
              <a:spcBef>
                <a:spcPct val="20000"/>
              </a:spcBef>
              <a:buChar char="–"/>
              <a:defRPr sz="2800">
                <a:solidFill>
                  <a:schemeClr val="tx1"/>
                </a:solidFill>
                <a:latin typeface="Arial" panose="020B0604020202020204" pitchFamily="34" charset="0"/>
              </a:defRPr>
            </a:lvl2pPr>
            <a:lvl3pPr>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buNone/>
            </a:pPr>
            <a:r>
              <a:rPr lang="en-GB" sz="1800" dirty="0">
                <a:solidFill>
                  <a:srgbClr val="0000FF"/>
                </a:solidFill>
                <a:latin typeface="Consolas" panose="020B0609020204030204" pitchFamily="49" charset="0"/>
              </a:rPr>
              <a:t>private</a:t>
            </a:r>
            <a:r>
              <a:rPr lang="en-GB" sz="1800" dirty="0">
                <a:solidFill>
                  <a:srgbClr val="000000"/>
                </a:solidFill>
                <a:latin typeface="Consolas" panose="020B0609020204030204" pitchFamily="49" charset="0"/>
              </a:rPr>
              <a:t> </a:t>
            </a:r>
            <a:r>
              <a:rPr lang="en-GB" sz="1800" dirty="0" err="1">
                <a:solidFill>
                  <a:srgbClr val="0000FF"/>
                </a:solidFill>
                <a:latin typeface="Consolas" panose="020B0609020204030204" pitchFamily="49" charset="0"/>
              </a:rPr>
              <a:t>int</a:t>
            </a:r>
            <a:r>
              <a:rPr lang="en-GB" sz="1800" dirty="0">
                <a:solidFill>
                  <a:srgbClr val="000000"/>
                </a:solidFill>
                <a:latin typeface="Consolas" panose="020B0609020204030204" pitchFamily="49" charset="0"/>
              </a:rPr>
              <a:t> </a:t>
            </a:r>
            <a:r>
              <a:rPr lang="en-GB" sz="1800" dirty="0" err="1">
                <a:solidFill>
                  <a:srgbClr val="000000"/>
                </a:solidFill>
                <a:latin typeface="Consolas" panose="020B0609020204030204" pitchFamily="49" charset="0"/>
              </a:rPr>
              <a:t>RbinSearch</a:t>
            </a:r>
            <a:r>
              <a:rPr lang="en-GB" sz="1800" dirty="0">
                <a:solidFill>
                  <a:srgbClr val="000000"/>
                </a:solidFill>
                <a:latin typeface="Consolas" panose="020B0609020204030204" pitchFamily="49" charset="0"/>
              </a:rPr>
              <a:t>(</a:t>
            </a:r>
            <a:r>
              <a:rPr lang="en-GB" sz="1800" dirty="0" err="1">
                <a:solidFill>
                  <a:srgbClr val="0000FF"/>
                </a:solidFill>
                <a:latin typeface="Consolas" panose="020B0609020204030204" pitchFamily="49" charset="0"/>
              </a:rPr>
              <a:t>int</a:t>
            </a:r>
            <a:r>
              <a:rPr lang="en-GB" sz="1800" dirty="0">
                <a:solidFill>
                  <a:srgbClr val="000000"/>
                </a:solidFill>
                <a:latin typeface="Consolas" panose="020B0609020204030204" pitchFamily="49" charset="0"/>
              </a:rPr>
              <a:t>[] </a:t>
            </a:r>
            <a:r>
              <a:rPr lang="en-GB" sz="1800" dirty="0" err="1">
                <a:solidFill>
                  <a:srgbClr val="000000"/>
                </a:solidFill>
                <a:latin typeface="Consolas" panose="020B0609020204030204" pitchFamily="49" charset="0"/>
              </a:rPr>
              <a:t>arr</a:t>
            </a:r>
            <a:r>
              <a:rPr lang="en-GB" sz="1800" dirty="0">
                <a:solidFill>
                  <a:srgbClr val="000000"/>
                </a:solidFill>
                <a:latin typeface="Consolas" panose="020B0609020204030204" pitchFamily="49" charset="0"/>
              </a:rPr>
              <a:t>, </a:t>
            </a:r>
            <a:r>
              <a:rPr lang="en-GB" sz="1800" dirty="0" err="1">
                <a:solidFill>
                  <a:srgbClr val="0000FF"/>
                </a:solidFill>
                <a:latin typeface="Consolas" panose="020B0609020204030204" pitchFamily="49" charset="0"/>
              </a:rPr>
              <a:t>int</a:t>
            </a:r>
            <a:r>
              <a:rPr lang="en-GB" sz="1800" dirty="0">
                <a:solidFill>
                  <a:srgbClr val="000000"/>
                </a:solidFill>
                <a:latin typeface="Consolas" panose="020B0609020204030204" pitchFamily="49" charset="0"/>
              </a:rPr>
              <a:t> value, </a:t>
            </a:r>
            <a:r>
              <a:rPr lang="en-GB" sz="1800" dirty="0" err="1">
                <a:solidFill>
                  <a:srgbClr val="0000FF"/>
                </a:solidFill>
                <a:latin typeface="Consolas" panose="020B0609020204030204" pitchFamily="49" charset="0"/>
              </a:rPr>
              <a:t>int</a:t>
            </a:r>
            <a:r>
              <a:rPr lang="en-GB" sz="1800" dirty="0">
                <a:solidFill>
                  <a:srgbClr val="000000"/>
                </a:solidFill>
                <a:latin typeface="Consolas" panose="020B0609020204030204" pitchFamily="49" charset="0"/>
              </a:rPr>
              <a:t> lower, </a:t>
            </a:r>
            <a:r>
              <a:rPr lang="en-GB" sz="1800" dirty="0" err="1">
                <a:solidFill>
                  <a:srgbClr val="0000FF"/>
                </a:solidFill>
                <a:latin typeface="Consolas" panose="020B0609020204030204" pitchFamily="49" charset="0"/>
              </a:rPr>
              <a:t>int</a:t>
            </a:r>
            <a:r>
              <a:rPr lang="en-GB" sz="1800" dirty="0">
                <a:solidFill>
                  <a:srgbClr val="000000"/>
                </a:solidFill>
                <a:latin typeface="Consolas" panose="020B0609020204030204" pitchFamily="49" charset="0"/>
              </a:rPr>
              <a:t> upper)</a:t>
            </a:r>
          </a:p>
          <a:p>
            <a:pPr>
              <a:buNone/>
            </a:pPr>
            <a:r>
              <a:rPr lang="en-GB" sz="1800" dirty="0">
                <a:solidFill>
                  <a:srgbClr val="000000"/>
                </a:solidFill>
                <a:latin typeface="Consolas" panose="020B0609020204030204" pitchFamily="49" charset="0"/>
              </a:rPr>
              <a:t>{</a:t>
            </a:r>
          </a:p>
          <a:p>
            <a:pPr>
              <a:buNone/>
            </a:pPr>
            <a:r>
              <a:rPr lang="en-GB" sz="1800" dirty="0">
                <a:solidFill>
                  <a:srgbClr val="0000FF"/>
                </a:solidFill>
                <a:latin typeface="Consolas" panose="020B0609020204030204" pitchFamily="49" charset="0"/>
              </a:rPr>
              <a:t>	if</a:t>
            </a:r>
            <a:r>
              <a:rPr lang="en-GB" sz="1800" dirty="0">
                <a:solidFill>
                  <a:srgbClr val="000000"/>
                </a:solidFill>
                <a:latin typeface="Consolas" panose="020B0609020204030204" pitchFamily="49" charset="0"/>
              </a:rPr>
              <a:t> (lower &gt; upper)</a:t>
            </a:r>
          </a:p>
          <a:p>
            <a:pPr>
              <a:buNone/>
            </a:pPr>
            <a:r>
              <a:rPr lang="en-GB" sz="1800" dirty="0">
                <a:solidFill>
                  <a:srgbClr val="0000FF"/>
                </a:solidFill>
                <a:latin typeface="Consolas" panose="020B0609020204030204" pitchFamily="49" charset="0"/>
              </a:rPr>
              <a:t>		return</a:t>
            </a:r>
            <a:r>
              <a:rPr lang="en-GB" sz="1800" dirty="0">
                <a:solidFill>
                  <a:srgbClr val="000000"/>
                </a:solidFill>
                <a:latin typeface="Consolas" panose="020B0609020204030204" pitchFamily="49" charset="0"/>
              </a:rPr>
              <a:t> -1;</a:t>
            </a:r>
          </a:p>
          <a:p>
            <a:pPr>
              <a:buNone/>
            </a:pPr>
            <a:endParaRPr lang="en-GB" sz="1800" dirty="0">
              <a:solidFill>
                <a:srgbClr val="000000"/>
              </a:solidFill>
              <a:latin typeface="Consolas" panose="020B0609020204030204" pitchFamily="49" charset="0"/>
            </a:endParaRPr>
          </a:p>
          <a:p>
            <a:pPr>
              <a:buNone/>
            </a:pPr>
            <a:r>
              <a:rPr lang="en-GB" sz="1800" dirty="0">
                <a:solidFill>
                  <a:srgbClr val="0000FF"/>
                </a:solidFill>
                <a:latin typeface="Consolas" panose="020B0609020204030204" pitchFamily="49" charset="0"/>
              </a:rPr>
              <a:t>	var</a:t>
            </a:r>
            <a:r>
              <a:rPr lang="en-GB" sz="1800" dirty="0">
                <a:solidFill>
                  <a:srgbClr val="000000"/>
                </a:solidFill>
                <a:latin typeface="Consolas" panose="020B0609020204030204" pitchFamily="49" charset="0"/>
              </a:rPr>
              <a:t> mid = (upper + lower) / 2;</a:t>
            </a:r>
          </a:p>
          <a:p>
            <a:pPr>
              <a:buNone/>
            </a:pPr>
            <a:r>
              <a:rPr lang="en-GB" sz="1800" dirty="0">
                <a:solidFill>
                  <a:srgbClr val="0000FF"/>
                </a:solidFill>
                <a:latin typeface="Consolas" panose="020B0609020204030204" pitchFamily="49" charset="0"/>
              </a:rPr>
              <a:t>	if</a:t>
            </a:r>
            <a:r>
              <a:rPr lang="en-GB" sz="1800" dirty="0">
                <a:solidFill>
                  <a:srgbClr val="000000"/>
                </a:solidFill>
                <a:latin typeface="Consolas" panose="020B0609020204030204" pitchFamily="49" charset="0"/>
              </a:rPr>
              <a:t> (value &lt; </a:t>
            </a:r>
            <a:r>
              <a:rPr lang="en-GB" sz="1800" dirty="0" err="1">
                <a:solidFill>
                  <a:srgbClr val="000000"/>
                </a:solidFill>
                <a:latin typeface="Consolas" panose="020B0609020204030204" pitchFamily="49" charset="0"/>
              </a:rPr>
              <a:t>arr</a:t>
            </a:r>
            <a:r>
              <a:rPr lang="en-GB" sz="1800" dirty="0">
                <a:solidFill>
                  <a:srgbClr val="000000"/>
                </a:solidFill>
                <a:latin typeface="Consolas" panose="020B0609020204030204" pitchFamily="49" charset="0"/>
              </a:rPr>
              <a:t>[mid])</a:t>
            </a:r>
          </a:p>
          <a:p>
            <a:pPr>
              <a:buNone/>
            </a:pPr>
            <a:r>
              <a:rPr lang="en-GB" sz="1800" dirty="0">
                <a:solidFill>
                  <a:srgbClr val="0000FF"/>
                </a:solidFill>
                <a:latin typeface="Consolas" panose="020B0609020204030204" pitchFamily="49" charset="0"/>
              </a:rPr>
              <a:t>		return</a:t>
            </a:r>
            <a:r>
              <a:rPr lang="en-GB" sz="1800" dirty="0">
                <a:solidFill>
                  <a:srgbClr val="000000"/>
                </a:solidFill>
                <a:latin typeface="Consolas" panose="020B0609020204030204" pitchFamily="49" charset="0"/>
              </a:rPr>
              <a:t> </a:t>
            </a:r>
            <a:r>
              <a:rPr lang="en-GB" sz="1800" dirty="0" err="1">
                <a:solidFill>
                  <a:srgbClr val="000000"/>
                </a:solidFill>
                <a:latin typeface="Consolas" panose="020B0609020204030204" pitchFamily="49" charset="0"/>
              </a:rPr>
              <a:t>RbinSearch</a:t>
            </a:r>
            <a:r>
              <a:rPr lang="en-GB" sz="1800" dirty="0">
                <a:solidFill>
                  <a:srgbClr val="000000"/>
                </a:solidFill>
                <a:latin typeface="Consolas" panose="020B0609020204030204" pitchFamily="49" charset="0"/>
              </a:rPr>
              <a:t>(</a:t>
            </a:r>
            <a:r>
              <a:rPr lang="en-GB" sz="1800" dirty="0" err="1">
                <a:solidFill>
                  <a:srgbClr val="000000"/>
                </a:solidFill>
                <a:latin typeface="Consolas" panose="020B0609020204030204" pitchFamily="49" charset="0"/>
              </a:rPr>
              <a:t>arr</a:t>
            </a:r>
            <a:r>
              <a:rPr lang="en-GB" sz="1800" dirty="0">
                <a:solidFill>
                  <a:srgbClr val="000000"/>
                </a:solidFill>
                <a:latin typeface="Consolas" panose="020B0609020204030204" pitchFamily="49" charset="0"/>
              </a:rPr>
              <a:t>, value, lower, mid - 1);</a:t>
            </a:r>
          </a:p>
          <a:p>
            <a:pPr>
              <a:buNone/>
            </a:pPr>
            <a:r>
              <a:rPr lang="en-GB" sz="1800" dirty="0">
                <a:solidFill>
                  <a:srgbClr val="0000FF"/>
                </a:solidFill>
                <a:latin typeface="Consolas" panose="020B0609020204030204" pitchFamily="49" charset="0"/>
              </a:rPr>
              <a:t>	else</a:t>
            </a:r>
            <a:r>
              <a:rPr lang="en-GB" sz="1800" dirty="0">
                <a:solidFill>
                  <a:srgbClr val="000000"/>
                </a:solidFill>
                <a:latin typeface="Consolas" panose="020B0609020204030204" pitchFamily="49" charset="0"/>
              </a:rPr>
              <a:t> </a:t>
            </a:r>
            <a:r>
              <a:rPr lang="en-GB" sz="1800" dirty="0">
                <a:solidFill>
                  <a:srgbClr val="0000FF"/>
                </a:solidFill>
                <a:latin typeface="Consolas" panose="020B0609020204030204" pitchFamily="49" charset="0"/>
              </a:rPr>
              <a:t>if</a:t>
            </a:r>
            <a:r>
              <a:rPr lang="en-GB" sz="1800" dirty="0">
                <a:solidFill>
                  <a:srgbClr val="000000"/>
                </a:solidFill>
                <a:latin typeface="Consolas" panose="020B0609020204030204" pitchFamily="49" charset="0"/>
              </a:rPr>
              <a:t> (value == </a:t>
            </a:r>
            <a:r>
              <a:rPr lang="en-GB" sz="1800" dirty="0" err="1">
                <a:solidFill>
                  <a:srgbClr val="000000"/>
                </a:solidFill>
                <a:latin typeface="Consolas" panose="020B0609020204030204" pitchFamily="49" charset="0"/>
              </a:rPr>
              <a:t>arr</a:t>
            </a:r>
            <a:r>
              <a:rPr lang="en-GB" sz="1800" dirty="0">
                <a:solidFill>
                  <a:srgbClr val="000000"/>
                </a:solidFill>
                <a:latin typeface="Consolas" panose="020B0609020204030204" pitchFamily="49" charset="0"/>
              </a:rPr>
              <a:t>[mid])</a:t>
            </a:r>
          </a:p>
          <a:p>
            <a:pPr>
              <a:buNone/>
            </a:pPr>
            <a:r>
              <a:rPr lang="en-GB" sz="1800" dirty="0">
                <a:solidFill>
                  <a:srgbClr val="0000FF"/>
                </a:solidFill>
                <a:latin typeface="Consolas" panose="020B0609020204030204" pitchFamily="49" charset="0"/>
              </a:rPr>
              <a:t>		return</a:t>
            </a:r>
            <a:r>
              <a:rPr lang="en-GB" sz="1800" dirty="0">
                <a:solidFill>
                  <a:srgbClr val="000000"/>
                </a:solidFill>
                <a:latin typeface="Consolas" panose="020B0609020204030204" pitchFamily="49" charset="0"/>
              </a:rPr>
              <a:t> mid;</a:t>
            </a:r>
          </a:p>
          <a:p>
            <a:pPr>
              <a:buNone/>
            </a:pPr>
            <a:r>
              <a:rPr lang="en-GB" sz="1800" dirty="0">
                <a:solidFill>
                  <a:srgbClr val="0000FF"/>
                </a:solidFill>
                <a:latin typeface="Consolas" panose="020B0609020204030204" pitchFamily="49" charset="0"/>
              </a:rPr>
              <a:t>	else</a:t>
            </a:r>
            <a:endParaRPr lang="en-GB" sz="1800" dirty="0">
              <a:solidFill>
                <a:srgbClr val="000000"/>
              </a:solidFill>
              <a:latin typeface="Consolas" panose="020B0609020204030204" pitchFamily="49" charset="0"/>
            </a:endParaRPr>
          </a:p>
          <a:p>
            <a:pPr>
              <a:buNone/>
            </a:pPr>
            <a:r>
              <a:rPr lang="en-GB" sz="1800" dirty="0">
                <a:solidFill>
                  <a:srgbClr val="0000FF"/>
                </a:solidFill>
                <a:latin typeface="Consolas" panose="020B0609020204030204" pitchFamily="49" charset="0"/>
              </a:rPr>
              <a:t>		return</a:t>
            </a:r>
            <a:r>
              <a:rPr lang="en-GB" sz="1800" dirty="0">
                <a:solidFill>
                  <a:srgbClr val="000000"/>
                </a:solidFill>
                <a:latin typeface="Consolas" panose="020B0609020204030204" pitchFamily="49" charset="0"/>
              </a:rPr>
              <a:t> </a:t>
            </a:r>
            <a:r>
              <a:rPr lang="en-GB" sz="1800" dirty="0" err="1">
                <a:solidFill>
                  <a:srgbClr val="000000"/>
                </a:solidFill>
                <a:latin typeface="Consolas" panose="020B0609020204030204" pitchFamily="49" charset="0"/>
              </a:rPr>
              <a:t>RbinSearch</a:t>
            </a:r>
            <a:r>
              <a:rPr lang="en-GB" sz="1800" dirty="0">
                <a:solidFill>
                  <a:srgbClr val="000000"/>
                </a:solidFill>
                <a:latin typeface="Consolas" panose="020B0609020204030204" pitchFamily="49" charset="0"/>
              </a:rPr>
              <a:t>(</a:t>
            </a:r>
            <a:r>
              <a:rPr lang="en-GB" sz="1800" dirty="0" err="1">
                <a:solidFill>
                  <a:srgbClr val="000000"/>
                </a:solidFill>
                <a:latin typeface="Consolas" panose="020B0609020204030204" pitchFamily="49" charset="0"/>
              </a:rPr>
              <a:t>arr</a:t>
            </a:r>
            <a:r>
              <a:rPr lang="en-GB" sz="1800" dirty="0">
                <a:solidFill>
                  <a:srgbClr val="000000"/>
                </a:solidFill>
                <a:latin typeface="Consolas" panose="020B0609020204030204" pitchFamily="49" charset="0"/>
              </a:rPr>
              <a:t>, value, mid + 1, upper);</a:t>
            </a:r>
          </a:p>
          <a:p>
            <a:pPr>
              <a:buNone/>
            </a:pPr>
            <a:r>
              <a:rPr lang="en-GB" sz="1800">
                <a:solidFill>
                  <a:srgbClr val="000000"/>
                </a:solidFill>
                <a:latin typeface="Consolas" panose="020B0609020204030204" pitchFamily="49" charset="0"/>
              </a:rPr>
              <a:t>}</a:t>
            </a:r>
            <a:endParaRPr lang="en-US" sz="1800" dirty="0"/>
          </a:p>
        </p:txBody>
      </p:sp>
    </p:spTree>
    <p:extLst>
      <p:ext uri="{BB962C8B-B14F-4D97-AF65-F5344CB8AC3E}">
        <p14:creationId xmlns:p14="http://schemas.microsoft.com/office/powerpoint/2010/main" val="375099416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title"/>
          </p:nvPr>
        </p:nvSpPr>
        <p:spPr/>
        <p:txBody>
          <a:bodyPr/>
          <a:lstStyle/>
          <a:p>
            <a:pPr eaLnBrk="1" hangingPunct="1"/>
            <a:endParaRPr lang="en-US"/>
          </a:p>
        </p:txBody>
      </p:sp>
      <p:sp>
        <p:nvSpPr>
          <p:cNvPr id="32771" name="Rectangle 3"/>
          <p:cNvSpPr>
            <a:spLocks noGrp="1" noChangeArrowheads="1"/>
          </p:cNvSpPr>
          <p:nvPr>
            <p:ph type="body" idx="1"/>
          </p:nvPr>
        </p:nvSpPr>
        <p:spPr/>
        <p:txBody>
          <a:bodyPr/>
          <a:lstStyle/>
          <a:p>
            <a:pPr algn="ctr" eaLnBrk="1" hangingPunct="1">
              <a:buFont typeface="Wingdings" panose="05000000000000000000" pitchFamily="2" charset="2"/>
              <a:buNone/>
            </a:pPr>
            <a:r>
              <a:rPr lang="en-US" sz="11700"/>
              <a:t>	The End</a:t>
            </a:r>
            <a:endParaRPr lang="ru-RU" sz="11700"/>
          </a:p>
        </p:txBody>
      </p:sp>
    </p:spTree>
  </p:cSld>
  <p:clrMapOvr>
    <a:masterClrMapping/>
  </p:clrMapOvr>
</p:sld>
</file>

<file path=ppt/theme/theme1.xml><?xml version="1.0" encoding="utf-8"?>
<a:theme xmlns:a="http://schemas.openxmlformats.org/drawingml/2006/main" name="Pixel">
  <a:themeElements>
    <a:clrScheme name="Pixel 12">
      <a:dk1>
        <a:srgbClr val="000000"/>
      </a:dk1>
      <a:lt1>
        <a:srgbClr val="FFFFFF"/>
      </a:lt1>
      <a:dk2>
        <a:srgbClr val="000000"/>
      </a:dk2>
      <a:lt2>
        <a:srgbClr val="00007D"/>
      </a:lt2>
      <a:accent1>
        <a:srgbClr val="9999FF"/>
      </a:accent1>
      <a:accent2>
        <a:srgbClr val="9999CC"/>
      </a:accent2>
      <a:accent3>
        <a:srgbClr val="FFFFFF"/>
      </a:accent3>
      <a:accent4>
        <a:srgbClr val="000000"/>
      </a:accent4>
      <a:accent5>
        <a:srgbClr val="CACAFF"/>
      </a:accent5>
      <a:accent6>
        <a:srgbClr val="8A8AB9"/>
      </a:accent6>
      <a:hlink>
        <a:srgbClr val="666699"/>
      </a:hlink>
      <a:folHlink>
        <a:srgbClr val="CCCCE6"/>
      </a:folHlink>
    </a:clrScheme>
    <a:fontScheme name="Pixe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spPr>
      <a:bodyPr vert="horz" wrap="none" lIns="91440" tIns="45720" rIns="91440" bIns="45720" numCol="1" anchor="t" anchorCtr="0" compatLnSpc="1">
        <a:prstTxWarp prst="textNoShape">
          <a:avLst/>
        </a:prstTxWarp>
        <a:spAutoFit/>
      </a:bodyPr>
      <a:lstStyle>
        <a:defPPr marL="0" marR="0" indent="0" algn="l" defTabSz="914400" rtl="0" eaLnBrk="1" fontAlgn="base" latinLnBrk="0" hangingPunct="1">
          <a:lnSpc>
            <a:spcPct val="100000"/>
          </a:lnSpc>
          <a:spcBef>
            <a:spcPct val="0"/>
          </a:spcBef>
          <a:spcAft>
            <a:spcPct val="0"/>
          </a:spcAft>
          <a:buClrTx/>
          <a:buSzTx/>
          <a:buFontTx/>
          <a:buNone/>
          <a:tabLst/>
          <a:defRPr kumimoji="0" lang="ru-RU" sz="18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spPr>
      <a:bodyPr vert="horz" wrap="none" lIns="91440" tIns="45720" rIns="91440" bIns="45720" numCol="1" anchor="t" anchorCtr="0" compatLnSpc="1">
        <a:prstTxWarp prst="textNoShape">
          <a:avLst/>
        </a:prstTxWarp>
        <a:spAutoFit/>
      </a:bodyPr>
      <a:lstStyle>
        <a:defPPr marL="0" marR="0" indent="0" algn="l" defTabSz="914400" rtl="0" eaLnBrk="1" fontAlgn="base" latinLnBrk="0" hangingPunct="1">
          <a:lnSpc>
            <a:spcPct val="100000"/>
          </a:lnSpc>
          <a:spcBef>
            <a:spcPct val="0"/>
          </a:spcBef>
          <a:spcAft>
            <a:spcPct val="0"/>
          </a:spcAft>
          <a:buClrTx/>
          <a:buSzTx/>
          <a:buFontTx/>
          <a:buNone/>
          <a:tabLst/>
          <a:defRPr kumimoji="0" lang="ru-RU" sz="1800" b="0" i="0" u="none" strike="noStrike" cap="none" normalizeH="0" baseline="0" smtClean="0">
            <a:ln>
              <a:noFill/>
            </a:ln>
            <a:solidFill>
              <a:schemeClr val="tx1"/>
            </a:solidFill>
            <a:effectLst/>
            <a:latin typeface="Arial" charset="0"/>
          </a:defRPr>
        </a:defPPr>
      </a:lstStyle>
    </a:lnDef>
  </a:objectDefaults>
  <a:extraClrSchemeLst>
    <a:extraClrScheme>
      <a:clrScheme name="Pixel 1">
        <a:dk1>
          <a:srgbClr val="0066FF"/>
        </a:dk1>
        <a:lt1>
          <a:srgbClr val="FFFFFF"/>
        </a:lt1>
        <a:dk2>
          <a:srgbClr val="000066"/>
        </a:dk2>
        <a:lt2>
          <a:srgbClr val="FFFFFF"/>
        </a:lt2>
        <a:accent1>
          <a:srgbClr val="6699FF"/>
        </a:accent1>
        <a:accent2>
          <a:srgbClr val="3333FF"/>
        </a:accent2>
        <a:accent3>
          <a:srgbClr val="AAAAB8"/>
        </a:accent3>
        <a:accent4>
          <a:srgbClr val="DADADA"/>
        </a:accent4>
        <a:accent5>
          <a:srgbClr val="B8CAFF"/>
        </a:accent5>
        <a:accent6>
          <a:srgbClr val="2D2DE7"/>
        </a:accent6>
        <a:hlink>
          <a:srgbClr val="FFCC00"/>
        </a:hlink>
        <a:folHlink>
          <a:srgbClr val="0000CC"/>
        </a:folHlink>
      </a:clrScheme>
      <a:clrMap bg1="dk2" tx1="lt1" bg2="dk1" tx2="lt2" accent1="accent1" accent2="accent2" accent3="accent3" accent4="accent4" accent5="accent5" accent6="accent6" hlink="hlink" folHlink="folHlink"/>
    </a:extraClrScheme>
    <a:extraClrScheme>
      <a:clrScheme name="Pixel 2">
        <a:dk1>
          <a:srgbClr val="009999"/>
        </a:dk1>
        <a:lt1>
          <a:srgbClr val="FFFFFF"/>
        </a:lt1>
        <a:dk2>
          <a:srgbClr val="334B49"/>
        </a:dk2>
        <a:lt2>
          <a:srgbClr val="FFFFFF"/>
        </a:lt2>
        <a:accent1>
          <a:srgbClr val="33CCCC"/>
        </a:accent1>
        <a:accent2>
          <a:srgbClr val="008080"/>
        </a:accent2>
        <a:accent3>
          <a:srgbClr val="ADB1B1"/>
        </a:accent3>
        <a:accent4>
          <a:srgbClr val="DADADA"/>
        </a:accent4>
        <a:accent5>
          <a:srgbClr val="ADE2E2"/>
        </a:accent5>
        <a:accent6>
          <a:srgbClr val="007373"/>
        </a:accent6>
        <a:hlink>
          <a:srgbClr val="FFCC00"/>
        </a:hlink>
        <a:folHlink>
          <a:srgbClr val="006666"/>
        </a:folHlink>
      </a:clrScheme>
      <a:clrMap bg1="dk2" tx1="lt1" bg2="dk1" tx2="lt2" accent1="accent1" accent2="accent2" accent3="accent3" accent4="accent4" accent5="accent5" accent6="accent6" hlink="hlink" folHlink="folHlink"/>
    </a:extraClrScheme>
    <a:extraClrScheme>
      <a:clrScheme name="Pixel 3">
        <a:dk1>
          <a:srgbClr val="006699"/>
        </a:dk1>
        <a:lt1>
          <a:srgbClr val="FFFFFF"/>
        </a:lt1>
        <a:dk2>
          <a:srgbClr val="333399"/>
        </a:dk2>
        <a:lt2>
          <a:srgbClr val="FFFFFF"/>
        </a:lt2>
        <a:accent1>
          <a:srgbClr val="0099CC"/>
        </a:accent1>
        <a:accent2>
          <a:srgbClr val="0386AF"/>
        </a:accent2>
        <a:accent3>
          <a:srgbClr val="ADADCA"/>
        </a:accent3>
        <a:accent4>
          <a:srgbClr val="DADADA"/>
        </a:accent4>
        <a:accent5>
          <a:srgbClr val="AACAE2"/>
        </a:accent5>
        <a:accent6>
          <a:srgbClr val="02799E"/>
        </a:accent6>
        <a:hlink>
          <a:srgbClr val="FFCC00"/>
        </a:hlink>
        <a:folHlink>
          <a:srgbClr val="6699FF"/>
        </a:folHlink>
      </a:clrScheme>
      <a:clrMap bg1="dk2" tx1="lt1" bg2="dk1" tx2="lt2" accent1="accent1" accent2="accent2" accent3="accent3" accent4="accent4" accent5="accent5" accent6="accent6" hlink="hlink" folHlink="folHlink"/>
    </a:extraClrScheme>
    <a:extraClrScheme>
      <a:clrScheme name="Pixel 4">
        <a:dk1>
          <a:srgbClr val="008080"/>
        </a:dk1>
        <a:lt1>
          <a:srgbClr val="FFFFFF"/>
        </a:lt1>
        <a:dk2>
          <a:srgbClr val="2F978D"/>
        </a:dk2>
        <a:lt2>
          <a:srgbClr val="FFFFFF"/>
        </a:lt2>
        <a:accent1>
          <a:srgbClr val="0099FF"/>
        </a:accent1>
        <a:accent2>
          <a:srgbClr val="009999"/>
        </a:accent2>
        <a:accent3>
          <a:srgbClr val="ADC9C5"/>
        </a:accent3>
        <a:accent4>
          <a:srgbClr val="DADADA"/>
        </a:accent4>
        <a:accent5>
          <a:srgbClr val="AACAFF"/>
        </a:accent5>
        <a:accent6>
          <a:srgbClr val="008A8A"/>
        </a:accent6>
        <a:hlink>
          <a:srgbClr val="FFFFCC"/>
        </a:hlink>
        <a:folHlink>
          <a:srgbClr val="70CAC6"/>
        </a:folHlink>
      </a:clrScheme>
      <a:clrMap bg1="dk2" tx1="lt1" bg2="dk1" tx2="lt2" accent1="accent1" accent2="accent2" accent3="accent3" accent4="accent4" accent5="accent5" accent6="accent6" hlink="hlink" folHlink="folHlink"/>
    </a:extraClrScheme>
    <a:extraClrScheme>
      <a:clrScheme name="Pixel 5">
        <a:dk1>
          <a:srgbClr val="822504"/>
        </a:dk1>
        <a:lt1>
          <a:srgbClr val="FFFFFF"/>
        </a:lt1>
        <a:dk2>
          <a:srgbClr val="330000"/>
        </a:dk2>
        <a:lt2>
          <a:srgbClr val="FFFFFF"/>
        </a:lt2>
        <a:accent1>
          <a:srgbClr val="FF9900"/>
        </a:accent1>
        <a:accent2>
          <a:srgbClr val="9E2A06"/>
        </a:accent2>
        <a:accent3>
          <a:srgbClr val="ADAAAA"/>
        </a:accent3>
        <a:accent4>
          <a:srgbClr val="DADADA"/>
        </a:accent4>
        <a:accent5>
          <a:srgbClr val="FFCAAA"/>
        </a:accent5>
        <a:accent6>
          <a:srgbClr val="8F2505"/>
        </a:accent6>
        <a:hlink>
          <a:srgbClr val="FF3300"/>
        </a:hlink>
        <a:folHlink>
          <a:srgbClr val="7C0704"/>
        </a:folHlink>
      </a:clrScheme>
      <a:clrMap bg1="dk2" tx1="lt1" bg2="dk1" tx2="lt2" accent1="accent1" accent2="accent2" accent3="accent3" accent4="accent4" accent5="accent5" accent6="accent6" hlink="hlink" folHlink="folHlink"/>
    </a:extraClrScheme>
    <a:extraClrScheme>
      <a:clrScheme name="Pixel 6">
        <a:dk1>
          <a:srgbClr val="336600"/>
        </a:dk1>
        <a:lt1>
          <a:srgbClr val="FFFFFF"/>
        </a:lt1>
        <a:dk2>
          <a:srgbClr val="4A7911"/>
        </a:dk2>
        <a:lt2>
          <a:srgbClr val="FFFFFF"/>
        </a:lt2>
        <a:accent1>
          <a:srgbClr val="666633"/>
        </a:accent1>
        <a:accent2>
          <a:srgbClr val="669900"/>
        </a:accent2>
        <a:accent3>
          <a:srgbClr val="B1BEAA"/>
        </a:accent3>
        <a:accent4>
          <a:srgbClr val="DADADA"/>
        </a:accent4>
        <a:accent5>
          <a:srgbClr val="B8B8AD"/>
        </a:accent5>
        <a:accent6>
          <a:srgbClr val="5C8A00"/>
        </a:accent6>
        <a:hlink>
          <a:srgbClr val="FFCC00"/>
        </a:hlink>
        <a:folHlink>
          <a:srgbClr val="99CC00"/>
        </a:folHlink>
      </a:clrScheme>
      <a:clrMap bg1="dk2" tx1="lt1" bg2="dk1" tx2="lt2" accent1="accent1" accent2="accent2" accent3="accent3" accent4="accent4" accent5="accent5" accent6="accent6" hlink="hlink" folHlink="folHlink"/>
    </a:extraClrScheme>
    <a:extraClrScheme>
      <a:clrScheme name="Pixel 7">
        <a:dk1>
          <a:srgbClr val="000000"/>
        </a:dk1>
        <a:lt1>
          <a:srgbClr val="FFFFFF"/>
        </a:lt1>
        <a:dk2>
          <a:srgbClr val="000000"/>
        </a:dk2>
        <a:lt2>
          <a:srgbClr val="CC3300"/>
        </a:lt2>
        <a:accent1>
          <a:srgbClr val="FFCC00"/>
        </a:accent1>
        <a:accent2>
          <a:srgbClr val="CC6600"/>
        </a:accent2>
        <a:accent3>
          <a:srgbClr val="FFFFFF"/>
        </a:accent3>
        <a:accent4>
          <a:srgbClr val="000000"/>
        </a:accent4>
        <a:accent5>
          <a:srgbClr val="FFE2AA"/>
        </a:accent5>
        <a:accent6>
          <a:srgbClr val="B95C00"/>
        </a:accent6>
        <a:hlink>
          <a:srgbClr val="663300"/>
        </a:hlink>
        <a:folHlink>
          <a:srgbClr val="CC9900"/>
        </a:folHlink>
      </a:clrScheme>
      <a:clrMap bg1="lt1" tx1="dk1" bg2="lt2" tx2="dk2" accent1="accent1" accent2="accent2" accent3="accent3" accent4="accent4" accent5="accent5" accent6="accent6" hlink="hlink" folHlink="folHlink"/>
    </a:extraClrScheme>
    <a:extraClrScheme>
      <a:clrScheme name="Pixel 8">
        <a:dk1>
          <a:srgbClr val="003300"/>
        </a:dk1>
        <a:lt1>
          <a:srgbClr val="FFFFFF"/>
        </a:lt1>
        <a:dk2>
          <a:srgbClr val="000000"/>
        </a:dk2>
        <a:lt2>
          <a:srgbClr val="336600"/>
        </a:lt2>
        <a:accent1>
          <a:srgbClr val="CCCC00"/>
        </a:accent1>
        <a:accent2>
          <a:srgbClr val="669900"/>
        </a:accent2>
        <a:accent3>
          <a:srgbClr val="FFFFFF"/>
        </a:accent3>
        <a:accent4>
          <a:srgbClr val="002A00"/>
        </a:accent4>
        <a:accent5>
          <a:srgbClr val="E2E2AA"/>
        </a:accent5>
        <a:accent6>
          <a:srgbClr val="5C8A00"/>
        </a:accent6>
        <a:hlink>
          <a:srgbClr val="333300"/>
        </a:hlink>
        <a:folHlink>
          <a:srgbClr val="99CC00"/>
        </a:folHlink>
      </a:clrScheme>
      <a:clrMap bg1="lt1" tx1="dk1" bg2="lt2" tx2="dk2" accent1="accent1" accent2="accent2" accent3="accent3" accent4="accent4" accent5="accent5" accent6="accent6" hlink="hlink" folHlink="folHlink"/>
    </a:extraClrScheme>
    <a:extraClrScheme>
      <a:clrScheme name="Pixel 9">
        <a:dk1>
          <a:srgbClr val="000000"/>
        </a:dk1>
        <a:lt1>
          <a:srgbClr val="FFFFFF"/>
        </a:lt1>
        <a:dk2>
          <a:srgbClr val="000000"/>
        </a:dk2>
        <a:lt2>
          <a:srgbClr val="440044"/>
        </a:lt2>
        <a:accent1>
          <a:srgbClr val="FFCCCC"/>
        </a:accent1>
        <a:accent2>
          <a:srgbClr val="790571"/>
        </a:accent2>
        <a:accent3>
          <a:srgbClr val="FFFFFF"/>
        </a:accent3>
        <a:accent4>
          <a:srgbClr val="000000"/>
        </a:accent4>
        <a:accent5>
          <a:srgbClr val="FFE2E2"/>
        </a:accent5>
        <a:accent6>
          <a:srgbClr val="6D0466"/>
        </a:accent6>
        <a:hlink>
          <a:srgbClr val="993366"/>
        </a:hlink>
        <a:folHlink>
          <a:srgbClr val="9F839F"/>
        </a:folHlink>
      </a:clrScheme>
      <a:clrMap bg1="lt1" tx1="dk1" bg2="lt2" tx2="dk2" accent1="accent1" accent2="accent2" accent3="accent3" accent4="accent4" accent5="accent5" accent6="accent6" hlink="hlink" folHlink="folHlink"/>
    </a:extraClrScheme>
    <a:extraClrScheme>
      <a:clrScheme name="Pixel 10">
        <a:dk1>
          <a:srgbClr val="000000"/>
        </a:dk1>
        <a:lt1>
          <a:srgbClr val="FFFFFF"/>
        </a:lt1>
        <a:dk2>
          <a:srgbClr val="000000"/>
        </a:dk2>
        <a:lt2>
          <a:srgbClr val="FF9900"/>
        </a:lt2>
        <a:accent1>
          <a:srgbClr val="FFCC99"/>
        </a:accent1>
        <a:accent2>
          <a:srgbClr val="FBA313"/>
        </a:accent2>
        <a:accent3>
          <a:srgbClr val="FFFFFF"/>
        </a:accent3>
        <a:accent4>
          <a:srgbClr val="000000"/>
        </a:accent4>
        <a:accent5>
          <a:srgbClr val="FFE2CA"/>
        </a:accent5>
        <a:accent6>
          <a:srgbClr val="E39310"/>
        </a:accent6>
        <a:hlink>
          <a:srgbClr val="CC3300"/>
        </a:hlink>
        <a:folHlink>
          <a:srgbClr val="FCC66E"/>
        </a:folHlink>
      </a:clrScheme>
      <a:clrMap bg1="lt1" tx1="dk1" bg2="lt2" tx2="dk2" accent1="accent1" accent2="accent2" accent3="accent3" accent4="accent4" accent5="accent5" accent6="accent6" hlink="hlink" folHlink="folHlink"/>
    </a:extraClrScheme>
    <a:extraClrScheme>
      <a:clrScheme name="Pixel 11">
        <a:dk1>
          <a:srgbClr val="000000"/>
        </a:dk1>
        <a:lt1>
          <a:srgbClr val="FFFFFF"/>
        </a:lt1>
        <a:dk2>
          <a:srgbClr val="000000"/>
        </a:dk2>
        <a:lt2>
          <a:srgbClr val="779F92"/>
        </a:lt2>
        <a:accent1>
          <a:srgbClr val="33CCCC"/>
        </a:accent1>
        <a:accent2>
          <a:srgbClr val="9DC2D7"/>
        </a:accent2>
        <a:accent3>
          <a:srgbClr val="FFFFFF"/>
        </a:accent3>
        <a:accent4>
          <a:srgbClr val="000000"/>
        </a:accent4>
        <a:accent5>
          <a:srgbClr val="ADE2E2"/>
        </a:accent5>
        <a:accent6>
          <a:srgbClr val="8EB0C3"/>
        </a:accent6>
        <a:hlink>
          <a:srgbClr val="006666"/>
        </a:hlink>
        <a:folHlink>
          <a:srgbClr val="CCCCFF"/>
        </a:folHlink>
      </a:clrScheme>
      <a:clrMap bg1="lt1" tx1="dk1" bg2="lt2" tx2="dk2" accent1="accent1" accent2="accent2" accent3="accent3" accent4="accent4" accent5="accent5" accent6="accent6" hlink="hlink" folHlink="folHlink"/>
    </a:extraClrScheme>
    <a:extraClrScheme>
      <a:clrScheme name="Pixel 12">
        <a:dk1>
          <a:srgbClr val="000000"/>
        </a:dk1>
        <a:lt1>
          <a:srgbClr val="FFFFFF"/>
        </a:lt1>
        <a:dk2>
          <a:srgbClr val="000000"/>
        </a:dk2>
        <a:lt2>
          <a:srgbClr val="00007D"/>
        </a:lt2>
        <a:accent1>
          <a:srgbClr val="9999FF"/>
        </a:accent1>
        <a:accent2>
          <a:srgbClr val="9999CC"/>
        </a:accent2>
        <a:accent3>
          <a:srgbClr val="FFFFFF"/>
        </a:accent3>
        <a:accent4>
          <a:srgbClr val="000000"/>
        </a:accent4>
        <a:accent5>
          <a:srgbClr val="CACAFF"/>
        </a:accent5>
        <a:accent6>
          <a:srgbClr val="8A8AB9"/>
        </a:accent6>
        <a:hlink>
          <a:srgbClr val="666699"/>
        </a:hlink>
        <a:folHlink>
          <a:srgbClr val="CCCCE6"/>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lecture21</Template>
  <TotalTime>826</TotalTime>
  <Words>855</Words>
  <Application>Microsoft Office PowerPoint</Application>
  <PresentationFormat>On-screen Show (4:3)</PresentationFormat>
  <Paragraphs>164</Paragraphs>
  <Slides>27</Slides>
  <Notes>10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27</vt:i4>
      </vt:variant>
    </vt:vector>
  </HeadingPairs>
  <TitlesOfParts>
    <vt:vector size="35" baseType="lpstr">
      <vt:lpstr>Arial</vt:lpstr>
      <vt:lpstr>Arial Black</vt:lpstr>
      <vt:lpstr>Calibri</vt:lpstr>
      <vt:lpstr>Consolas</vt:lpstr>
      <vt:lpstr>Courier New</vt:lpstr>
      <vt:lpstr>Times New Roman</vt:lpstr>
      <vt:lpstr>Wingdings</vt:lpstr>
      <vt:lpstr>Pixel</vt:lpstr>
      <vt:lpstr>Lecture 19</vt:lpstr>
      <vt:lpstr>Outcomes</vt:lpstr>
      <vt:lpstr>Bubble Sort</vt:lpstr>
      <vt:lpstr>Bubble Sort</vt:lpstr>
      <vt:lpstr>Bubble Sort</vt:lpstr>
      <vt:lpstr>Bubble Sort</vt:lpstr>
      <vt:lpstr>Selection Sort</vt:lpstr>
      <vt:lpstr>Selection Sort</vt:lpstr>
      <vt:lpstr>Insertion Sort</vt:lpstr>
      <vt:lpstr>Insertion Sort</vt:lpstr>
      <vt:lpstr>Quick Sort</vt:lpstr>
      <vt:lpstr>Quicksort - steps</vt:lpstr>
      <vt:lpstr>Choosing pivot</vt:lpstr>
      <vt:lpstr>PowerPoint Presentation</vt:lpstr>
      <vt:lpstr>Quicksort</vt:lpstr>
      <vt:lpstr>Other sorting algorithms</vt:lpstr>
      <vt:lpstr>Sequential (Linear Search)</vt:lpstr>
      <vt:lpstr>Sequential Search</vt:lpstr>
      <vt:lpstr>Sequential Search</vt:lpstr>
      <vt:lpstr>Search for Min</vt:lpstr>
      <vt:lpstr>Search for Max</vt:lpstr>
      <vt:lpstr>Binary Search</vt:lpstr>
      <vt:lpstr>Binary Search</vt:lpstr>
      <vt:lpstr>Binary Search</vt:lpstr>
      <vt:lpstr>Binary Search</vt:lpstr>
      <vt:lpstr>Recursive Binary Search</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Basil</dc:creator>
  <cp:lastModifiedBy>Vasiliy Kuznetsov</cp:lastModifiedBy>
  <cp:revision>33</cp:revision>
  <cp:lastPrinted>1601-01-01T00:00:00Z</cp:lastPrinted>
  <dcterms:created xsi:type="dcterms:W3CDTF">1601-01-01T00:00:00Z</dcterms:created>
  <dcterms:modified xsi:type="dcterms:W3CDTF">2024-02-16T10:51:46Z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i4>1</vt:i4>
  </property>
</Properties>
</file>